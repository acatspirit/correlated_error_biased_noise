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260" r:id="rId3"/>
    <p:sldId id="261" r:id="rId4"/>
    <p:sldId id="262" r:id="rId5"/>
    <p:sldId id="263" r:id="rId6"/>
    <p:sldId id="264" r:id="rId7"/>
    <p:sldId id="259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5" r:id="rId16"/>
    <p:sldId id="273" r:id="rId17"/>
    <p:sldId id="276" r:id="rId18"/>
    <p:sldId id="277" r:id="rId19"/>
    <p:sldId id="274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8383"/>
    <a:srgbClr val="A03B46"/>
    <a:srgbClr val="8A5756"/>
    <a:srgbClr val="4263A0"/>
    <a:srgbClr val="6495ED"/>
    <a:srgbClr val="99B9F9"/>
    <a:srgbClr val="D28483"/>
    <a:srgbClr val="4C1C21"/>
    <a:srgbClr val="7790C2"/>
    <a:srgbClr val="95B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4"/>
    <p:restoredTop sz="94658"/>
  </p:normalViewPr>
  <p:slideViewPr>
    <p:cSldViewPr snapToGrid="0">
      <p:cViewPr varScale="1">
        <p:scale>
          <a:sx n="114" d="100"/>
          <a:sy n="114" d="100"/>
        </p:scale>
        <p:origin x="200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C3AD-5347-1148-888A-0C9F81FAA80E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0C54E-637D-D34D-B857-7D780CAEC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52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7D73-36F0-09B3-F340-7F971AD9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4B763-FA79-5F47-94FF-365DC8D2F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84DF5-5688-BCB1-A35F-9EEFC7B15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84997-F949-1203-A792-A02F7F21C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2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4C90-137D-9EAD-221F-5F2C0FB1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2C4D7-5FBC-59EF-6E27-7D976DD04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4A30C-DCD3-978E-674C-7ABB2509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37815-F651-4709-BBC1-D545212F5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27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779C-9543-F239-BCC5-7B124A22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5A3FB-31E4-2CF7-8E98-C3018BF7E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F5BAA-8B5B-9AB1-77B4-BFB54E037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95C6-290C-7D40-6D8C-35799F54A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2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8D8A-1BD7-3A02-700B-1E927FC4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61805-6D07-207B-D9FB-C9EAE00C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AD465-20A6-16EE-E236-40D1C9BEF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4FF3-DC1D-BB01-9445-C0071A7F1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84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76AB-F5ED-2332-51BE-CA87B126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0F22E-5F9C-1260-F41E-945707B63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35042-EBBB-5E7A-AB51-BF13A3BF8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0315E-FAC4-4CFB-23FA-0E1EB79F0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4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80C32-4C77-AE94-3E78-02CAD0A9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ECBBC-7C97-9406-F102-6AA1C85A6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4654A-56A6-BEDA-87E2-61D889750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46FFE-35A0-9CCE-75FB-32218B1A1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4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0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6C0A1-310D-BE3F-70CB-B988CBB4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BE67D-231D-F835-C416-BE06CB701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A3CD4-60F1-D63C-E262-514AC68FC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DDF15-76FF-85CD-80C2-FD0F11696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30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F7A9-6093-94DD-AFE4-C6B33BD3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C5FCE-0422-DE84-7EF7-722F98A24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03680-E923-4D2B-4B44-BEDC3C0C6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E6D05-580C-6CCE-AD19-65CDCF2D3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20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D1247-9A8C-D6D6-4995-24552C98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4AEE4-FAF6-F7F2-9E9F-3FBFDC31A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0872F-30E5-E9EC-2D15-8D116989D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05BCE-62BA-31C7-3252-150C57D5E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C54E-637D-D34D-B857-7D780CAECD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7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CD85-51C0-D3CA-AA7B-D837380B7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2F020-3AE3-5F64-1C1D-41C22EF38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9C6A6-9569-8DB9-7C97-BA42870C4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0A8C-12AB-E386-684D-AE00C410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6784-9571-8BE2-EC6D-26A61F1C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5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EC58-9F0B-47DF-9395-E820A217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29FC5-4E2E-B2EF-983F-6683D229C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4AF2-C94E-B32C-F008-729DDB0D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9266-FD6D-8A32-A27E-158DA24D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BF6E-80F8-9E01-C942-FB34D4AD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1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DE78-4A5E-FF04-9AD3-F5001B980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9B671-D566-0AA8-CA13-E73C671EC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0BE88-FFFB-9A86-272E-5C2A85134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6A8B2-8CDE-976E-75BD-82FF61BE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D8F0-7299-7E92-4AD0-84421DDF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5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8808-B0FB-7F82-DFD9-CD76A466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F9F65-2B48-CF61-049C-C68172FC9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77AA-1DCA-4F7C-7A79-1DA5BC3D7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A5513-36CF-5BE8-CD48-EC71F99E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F7049-3B53-D93D-4253-AF3012F4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30146-EE4E-B25D-9F3C-EA3C8C77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359B-BA3C-3B0E-BAC7-D752AE88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83C97-1043-F857-492B-8C1F3161D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DC68E-6679-53F0-C57C-3362412E3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0B297-29A7-F6A9-6BF8-188072E44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29AEEB-8C10-58B2-694D-D5754549F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CBB57-75B9-EA00-5DD6-D54701E9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024C5-2AF9-3A79-4AEF-E0F58822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DBB4D-DB03-3755-629E-A36B8A7C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98F8-124F-0003-BE6E-060A870D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BCB6EB-A565-50BF-83CC-2D55617F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83D54-B2BD-8DFA-7DC2-9E6862BC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DB582-FA4B-B6C7-F483-75058BDC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EC53C-3130-D835-1324-D2293C8B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F7596-C537-E152-A785-BA503EBC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FDA5-8C6D-23E2-E217-E3D5C332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2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AC95-9A54-20DF-D302-86318A8E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035F3-A53E-0428-D8CB-C4A0FD8C1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C2A68-4B96-0127-8719-73409CD35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DC5D6-B3B7-E9F0-CDC5-1CB89436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2A568-DCF2-35A1-D65E-7BF85F75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B0FCD-B685-FA10-387F-13BAD053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4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9168-AEBF-2F9B-F237-C9C372C8C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CF3F8-873C-6F4E-D95C-70A8DEB13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1205D-E5DB-421E-0BCB-CDBAAE306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D8690-87F1-2FA4-7922-AFD74E20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B25DE-3E6F-219A-04F1-F14F870A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F7ABA-242A-B77F-A91D-B05C2847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4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F533-178C-7E00-E4C6-4B38ED9A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F1301-289E-721D-A6CF-F58360F7F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6D2E1-8EDB-14AC-CA08-7803FB5A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BE670-6254-FA0C-20DF-6EC06FF69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384A2-E165-FE38-61E0-310568F8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2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2F9E-764C-540A-4D1D-DC4834B22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6E979-C831-9F23-84B3-975C00509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1CE6B-661C-3248-386D-96FFC6AB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95DD8-EA44-6BAF-3366-F16933AF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0359-FFD4-630B-AEA4-F271CED1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9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281F3-D211-0FBB-0F33-DDE7DFA9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AA5D1-73C4-14CC-3653-02007DC87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688AA-D811-822B-E8C1-3F6B0879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AC42B-37F4-BE42-8540-9670643F9A86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73540-37F8-0D00-9327-6B8EFD1F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341D-B005-D6FC-9B10-A99488F4B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6FBCC-AA0C-A844-8497-675C47492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2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8E44CFF-5C53-9B82-5664-0B2E1AE46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775" b="14301"/>
          <a:stretch>
            <a:fillRect/>
          </a:stretch>
        </p:blipFill>
        <p:spPr>
          <a:xfrm>
            <a:off x="3431800" y="350461"/>
            <a:ext cx="6136979" cy="596121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8F13272-6BCD-895F-490D-C6C572E4AA9E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585511-B61D-F998-DFC4-38275F58FFF6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76C7DA-6DDD-FDE3-C1E8-D3EB688CEEDE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5AB658F-562B-C464-D96C-F1EDB9D92E26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908EE0-7DA8-3B7F-61D5-EB3D59CFDC4D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757A459-F37B-D7E8-6C6C-B4609AE5A84F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64EB20-58D2-18E8-2C68-FF45C71DE978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E3210C-A492-2BE0-FBE4-544E7B3083E7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4034604-BF69-B7E8-E514-2A1244CFF6FA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B2B2C1E-14F9-253B-8A39-B38F15B8FA88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0073D2-3254-FC6D-4A49-F9BECB61E17E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EA14EA-ED9C-1B31-D64C-88EB16B760C2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D2D6BEF-FDAE-F45F-3E44-F57B7342F489}"/>
              </a:ext>
            </a:extLst>
          </p:cNvPr>
          <p:cNvSpPr/>
          <p:nvPr/>
        </p:nvSpPr>
        <p:spPr>
          <a:xfrm>
            <a:off x="8378934" y="3999255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150E541-7B8C-8C53-0D4E-8C29FBFD381F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DDC08AB-E4AC-2BBC-768A-A2182798CF15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2D7C2CE-04F9-76D9-2638-8E98E5F88694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5EFDAD9-C5A0-FE35-FDF7-454904E2268A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456008A-8561-82F6-89B0-27CEF635062D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1729626-166C-E0D0-FF9A-7EA451D9ADD9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A8D19F0-211F-5D2F-604C-1A2A227AA1EB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65F53C9-FD18-57C0-4EF4-53142692816F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EA43A75-6072-79E4-2E48-42409BCDDA45}"/>
              </a:ext>
            </a:extLst>
          </p:cNvPr>
          <p:cNvSpPr/>
          <p:nvPr/>
        </p:nvSpPr>
        <p:spPr>
          <a:xfrm>
            <a:off x="7094591" y="2715677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F80CEC-546C-8807-D11E-0E57EFF16C44}"/>
              </a:ext>
            </a:extLst>
          </p:cNvPr>
          <p:cNvSpPr/>
          <p:nvPr/>
        </p:nvSpPr>
        <p:spPr>
          <a:xfrm>
            <a:off x="5810079" y="2739578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2B0CB85-6B21-3277-5482-78A1C4647D42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B6BF34D-3485-8BB4-5D46-32CA8AE47CE0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91D53EB-9B97-EE2C-C790-CCC061F97C34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EFBF045-4DF2-2A19-C962-75B9816B441A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B843E9-216F-6A14-2626-FE0A66F3CEA9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911286"/>
            <a:ext cx="1161023" cy="1148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54E1693-7A84-4977-0E9F-F456B6AB8CC9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2AECD16-80FD-2CAD-3A77-3FD2C6F0743A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43F6532-44DC-1DD4-120C-D5D4A3B6B8C8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C20F5CA-9BF6-69C5-50BC-1CA01A6F7399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266299" y="1590425"/>
            <a:ext cx="1140728" cy="1154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90CC310-1C2F-6F65-95C3-46EC00B3E84D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623F9F7-9F76-9FFA-0C52-1D0AD712B894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170963"/>
            <a:ext cx="1146466" cy="1155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96C958A-3100-D47F-EB69-FF68AD02C93C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498651C-BCDF-146D-2251-618516FE77AC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AFCE0BC-670B-5C3C-5670-626D5875CBAB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157677" cy="113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B779CA6-1AEA-C52F-E906-D5A43964A52C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81787" y="2911286"/>
            <a:ext cx="1135396" cy="11243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D777F3F-0DED-2B1F-7220-26F81F5C5FC1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85C7C6D-0B61-6082-9841-7632358595AB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5664906-CAC9-7B5C-DFE1-5B2219ADEB3C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ADE0DB0-1E89-D520-8D74-DABA0C639FD4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52676" cy="11515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AF83EAB-7E53-B2C2-2C5C-FBA76F5D4CDD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481A54A-A085-2906-C6D4-37C55428CD42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C80465D-F24D-8474-A21C-CE456CEA955D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0C0357B-BF19-55D8-FE7A-8B5CC4830F37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A0BFFDE-9455-65B1-27F8-7B189C54C585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684EEF4-F85C-CDFD-9E24-DD17AD6CF209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266299" y="2887385"/>
            <a:ext cx="1142095" cy="1141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AA5BDB0-27BA-6A75-4010-A9428E658BC8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1F55EC1-C00D-53BA-FA66-1D8CFB18A2B3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4C2247A-F69B-9EE6-92AD-7A6C661425AF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81787" y="1615521"/>
            <a:ext cx="1143743" cy="1153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2F4B66B-F39B-D379-F379-EF479953F078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2887385"/>
            <a:ext cx="1152669" cy="1163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C66C239-5444-29F4-89BD-7888A9CD7F60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2125750-EBBF-34A4-8BE3-AED1F6A39ACF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5EEC160-B88F-350F-7B51-BB524C96B862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C0A8BCF-5889-7175-47E0-B1826763F670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94979A0-B9AA-E244-7F03-BD0AFECE8D37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FC8F1FE-935B-6EE9-69E8-57B49D7E185C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0347DEC-F6A8-EF87-E160-9BE5A4D4E660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550642" y="4170963"/>
            <a:ext cx="1146747" cy="11627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6CCC723E-042A-D7BC-0C1D-6827B420E6A4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F8DCA73-7D50-343D-7727-9628D9426838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43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81152CD-78AE-1A7B-EE5F-C14095868E49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550642" y="2903508"/>
            <a:ext cx="1140897" cy="1125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E03046F6-8E71-ACCB-82CE-8E2764FB6A59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6B2262D-3424-1652-0022-F8A175782923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29242B2-1E45-F697-F240-2D4D048B9FE0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88730"/>
            <a:ext cx="546153" cy="559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2F5DED1-A5FB-74DD-A584-A057DEFF79CC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9898"/>
            <a:ext cx="558325" cy="583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67F5690-A89D-585B-86A6-3B678EC56D9F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1D348F7-2293-1769-6D5C-71EC5A508F15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43481337-6E2B-1798-E65F-33A1380C8D16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BA7583D-44F6-93E6-2F39-82BAE4BCAF70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3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BD31E8E-6058-34E0-A79A-55DC6E115B6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5163874C-EF48-0FE1-4E24-11A5883C33AC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D00DF14-34FB-69A7-5EF4-3B0371365C3D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698A1B9-3B47-BB55-DB1F-5D60EA7C9EC1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44BFAA20-5306-9811-2D8A-5F53AA064544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14474"/>
            <a:ext cx="573077" cy="611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10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E5D4-319C-D409-A14A-E5A5D43B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7496C9C-8F0B-09D1-0CF5-D7D7394FD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BDF6FA4C-3B52-803B-7E25-832EE34CD4ED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B50C80-C0C5-B085-E1A1-E189DAD38374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B7AA3AE-5E03-2564-0018-D5B6AA8CA26A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82ADE9D-71FE-FC18-AD9C-40E01D431D8F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A6A5B4-EC6D-04FA-B0C7-38A556C29A62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D7415A-7485-93B5-8DD9-B4DB3DDC4277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DFAEA9F-A4D5-58EB-0C78-8F7C210BFEB8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F3DBAC8-4057-66C5-73B0-D47BAC72FDBA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25B0C5A-DA89-4A5E-CBA4-8B46CA835017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986F27F-243D-59A8-EA13-A5D597B6604A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50B61-F317-566E-EA4C-5FDB23CEBFFF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96F53AF-0FF2-E924-96F9-B3513898341D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9A1A030-BEAE-1CEE-BB13-B02D8583D544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A4E724C-ECDD-EAEB-D7B5-FFA8ADAB77B4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A9F3E0C-665B-631C-6E6F-D8EFC65705EB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EFFE936-0378-0BA2-4751-F2AD756C899F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CBBB66E-E2F4-EB2E-F4F1-B8AB8EEAC946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4E38BFE-3161-8E7C-B1A3-F5AC1896C0DF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F3A5025-E313-5AE8-4671-0636BC6C47F1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B1ACEEA-CBB2-1F10-996A-E53500B02DEB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6702CC6-9916-46E9-005E-7C794E3D3A2D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B7831B3-12CB-28C5-3102-CAB3596FB6FF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FEAB63A-FAED-A859-6FC4-1C61010845F5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C0BF1B6-F786-0D5D-7B7E-560E626E9CCC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8C12A75-1F97-9F21-FC68-03622DDAFC2C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9029FE4-6EBC-3EB4-03C3-880DAD86D178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A69EF25-9BC2-C830-252C-BD221A64878B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8254991-AC48-401E-78E6-060A0D665746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F96239E-0E8C-123A-BE6B-AF0055BABBC1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FFA408F-C389-79CA-A100-BC6E2592ECF7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EABC387-A6C5-3C48-1793-2E79B82AC0C9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2A2EAB-1E07-FEE9-8468-B4F184E41255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4595201-8488-3E52-E880-5706308482F6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C32B793-7952-54F1-D909-DE0DC4C32745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1055EA0-30C5-1563-6E33-0BAF99F4A2E1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47074AA-239F-57FB-B50D-54EA0BD71A60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091EC03-6F6D-D7A1-938C-117C298FF30D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A95B1AB-81D6-BD17-A10E-4A6C14891351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A1D5D75-2F6E-7E86-C96D-613C20DC82DF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D1A9DD9-5EDA-EA45-A8D5-E80211A4DF0D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8D344D9-59C7-D2D3-3CA4-1BFF8AD5C34B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7B1D836-0EB0-B331-F116-51728B7890B2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B03FB89-0891-29C5-5838-12EB7B9767B9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4586B82-DA81-AAF1-B6DE-DB8BF193670D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0266298-271F-B374-B94E-CED8D1D6AB1A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0E4FECB-497B-C376-08CB-649C6642C5B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454C04C-A08E-EF97-6EC8-84349F74942F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B00C34C-DBD4-2240-D313-BE779F75A7DA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C2224CC-59A9-8195-2F5A-2AA2C01F8475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9AA3A4C-0FE8-89CB-739E-8D5401A9054C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563698B-E393-0DCB-52AD-879B636D8393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EA8E97E-C8C1-66F4-4DDB-00289757A485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6B1A4A8-2CAC-E3BE-0B13-88B5EEA8C9CA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EABA150-D81A-1543-2902-8A15846938A7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2F64D57-CC41-660C-9834-8C4EBA184746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369E505-FD74-65AB-81FB-576723ED66C0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3F5271D4-F9AB-D11A-E89B-A75011E3BEE6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B82718BA-3CDE-BB08-0AD6-FFFAA84FBCD6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8E88FC0-BAF5-CD36-5322-9048071B4FE3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A3E4D26-29C5-B1DB-DC79-8D50323741FE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2AE3BA37-90A2-1632-46D7-4FC28312ED60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D083D42-D70B-2ECA-5FBA-CF422DB5CFC7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11270E3-6421-EBF6-2118-F525EF97CC03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6BC96B7E-BF98-FED0-C55E-F53B585D77EE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FB07CAD-99F5-280A-C13E-AB393B530A47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6ADC20F-4C1D-7F1F-FBD6-B4291E8D5307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0CC447D-9695-3CB0-EC9E-77A43EF51997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59B3F6D-3172-B47D-9C26-EB4DC9ECE366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D4A1EC5-ACB2-E38F-A9F1-978DC39E17E3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8678D49-ED71-4D7D-6E7E-4051055A3FD3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FB3AC09-7EAA-D36C-902E-781909AFA07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D3F76FE-A255-B3AD-53C5-A4B880C58B35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A4C6B5DE-49E4-2B12-BAE4-C80C30CAC928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A0E379B0-FAB4-9398-BCA9-6B9DD6648BB7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6A9BA7FD-C9D3-F1DC-2150-A4835C309CCC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91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DF42-DA46-8C46-28AD-27E6F464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5A041D5-0B99-8C15-30DE-89919C6A6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4E4ED31-379D-961F-BCAC-77EDEE5FA717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D69143A-9B1E-50D3-BE80-227A528C3473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F1D2F1-D640-9FA8-CDB5-E860E033A6D6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D1DC4CC-9F4D-786A-427D-C4F2152E58F1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FB280B-37D7-8655-6B50-97113F0D0D1E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0977EC1-72C3-4459-8FDE-C77AB630C959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1829B6-9C2D-59BE-AAFE-79F5D0E81922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9E20CE6-AC7C-E8CF-2E4C-6A43B152C9A1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64325E-8F58-850F-24B3-F7659493143A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8D04B88-3512-6244-08B5-729869038445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F5E0B36-C37B-6516-9514-CC8537EFD6FB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95E24A-7785-8080-FC95-9108CEC257E2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EA31C5-F862-8E3B-86F3-4590B7C9E0BF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E4B1703-7855-709A-75E4-B9DCB50C9225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D33FD93-3F65-23DA-7B8A-2DE9DCE52EE0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673EFC0-9442-FB93-5BEC-B18FAE00A768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39A41C3-DF8C-4770-EE39-FD3399E7907C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1B7967-5072-EF71-7AE2-39C710D35389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73413E-0FE9-6662-C849-5184645A9B5E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409E02E-5058-B1F4-05F6-AEC1305CC875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0CED878-E9A2-2CD9-47B3-F8B2FE6A20E7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84B382A-8DD0-936F-8213-B16A1714BE4F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9F19ABF-60A7-8B45-8C3E-A3C48678297E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286379F-0E9B-0451-7AFB-1A4E7A4A2F81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70CC1E4-CCF2-8DEE-BB9E-909488F15847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C1A06BA-1399-8440-A2D4-86AE05ED7B8D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D07C49-C45D-0A69-6BAB-1D513CF45FE3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D86BBE2-4C8F-6F33-7353-09AB4AEEF03A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DBA6663-B5F1-2A2E-8E07-90F07F204B27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17725F4-FC9E-2CEF-46FD-57544F02AADE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FC3EE41-DE1E-E52A-9A52-0A0335D499ED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EAE64BE-D557-A3D0-C569-46CCEF133338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6EBC5A9-3AB2-C3B6-48DF-0845C18A0143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C4A1303-0E07-65C3-AC3B-AD5B9A2B54CE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9AD8F6E-275E-1DFC-E2AE-F0BDBAB63FC2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8E9B53D-B8A8-7360-BEBA-C47753462842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F914017-F3B3-0B90-C879-CD58C5694847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005C6F1-A9A5-6B42-27A3-E31038DB6BD3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EE39914-8713-3EE1-C8D5-CF7692BDE63F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87E45A4-5B7A-C554-C863-3EEB6E18089E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BC25957-0150-A486-D769-6DEE436787D1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4C5C087-5B5A-7EB0-56C8-B3EB384820AE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C088AD4-96F5-E46B-4358-1AC1082D63F5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F133EA6-E88F-009A-FC14-605E4665C686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8B8208E-3FAE-2E4B-92D9-D96D81314B6B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58207A6-C536-633D-2F73-89161C8F863F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5919392-5F17-540F-EFC9-FB9003935707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FF87D35-A863-8BBD-C81D-3E5796FE702F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76200">
            <a:solidFill>
              <a:srgbClr val="FFC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D5C6CF4-38F2-CE16-13BE-5856DF30D7BA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6E658B9-2B08-A326-D25D-48E58EFB9E6F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03BDE9C-1AB4-E366-E592-994D1D646E13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AC6BA32-5AF4-C1E8-4290-BA97A2DA1CAD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78D8D091-6C78-3637-B1A4-59AE0A8CB9F0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BFFF0E5-D54C-E5B1-3195-7C159C8AB6FB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6E29987-E4A4-DE60-594A-D03FB49E867A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5FCF2ED-BE54-8C16-D804-5D890BFC8BD9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8415DBE-5B1E-4E93-019A-13B7E17B568E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F41901B-323E-8931-3AF7-5F51E06FDE2F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CE94B0C-69F7-014B-CF37-A9C557F3593F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0E4E4ED-2701-D856-CFE2-0669B2B66236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9C6858D-6A4A-8220-6371-AC92EAB053AF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83FD1AB-0B13-3A7F-C9D6-4F7173F87D98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87E21355-9125-86BE-0F2E-B0A8F920FCA5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0621199-ACA1-91A9-7983-EA9FC52CBD5D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DCDF6C0-A9DF-7A3D-1248-0CE0B83B855A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099BED3-C1B1-A562-3729-24A8696423E1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D22D7DC-8EBF-A40B-451B-00541A01F53D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A664F43-5E84-5B69-748E-473155D9BE74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554755D-9E99-D197-00A5-3083BF7D12EA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7DC10DC-80C8-3D15-4D67-897F477B0773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674FFF5-15EB-F81A-9BEE-8A457769515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C1F3FD4-9824-8C10-F70F-63E4A2DB3A94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531B497-CA1C-D913-7737-0919AC112BA8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96F3915-5D4B-227E-B4A2-130801486EA3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6A95E31B-8717-5B18-27B4-8F2BC713918C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63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16E5-81ED-E9E3-4954-56416BDA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2245A1A-141F-4EA5-9C0B-C52EB5CB87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7923DBE2-742F-9ABA-61C5-61DEE1FA77FC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ABC3B2-374E-C299-4011-5AD412322828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8B21B2-4DA2-505A-D686-80637A6DEA42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1C0840-3BE6-95FC-4418-FE1527B51377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FD7942B-A4A8-5FAB-BBF2-3F8309453201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65EA6E0-2EFD-CA85-96E6-0B65CD526D82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37FA5A-68EF-1FDC-EA34-0FECF902F58E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C722D99-FE07-4084-02CA-F3FB86FFCBC2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62F0BB4-316C-CE67-825C-92335D967541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9A7457-4036-C9C3-1F46-AFDACB6CF991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95532AC-AA4D-EE3B-7443-643F0F3AB7A4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BC0D7C2-79DD-B638-373C-F3F3BA73FE81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137A459-D545-15DB-1C7C-51B59B367F63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DEC2889-3DD7-D3D0-1A94-A3C6B54D66BC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4E94E1E-B650-DBAD-EACB-D36FD31A5968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9CDB1E8-C8AB-E296-01DA-1549BB655B5A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3EEFFD6-3196-2387-FA47-FE6C3EF350C8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53DF8C6-CFB7-899E-207E-152F9DA094D1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72E34F8-C6AA-2ADF-E19C-F521A5AA2C0D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AE002C9-2547-7701-EC04-DCF88FDF4EF6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AAF136-811F-E4BC-AD5E-0B8B3EA44D8B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729DAD9-5207-7E23-C74D-E7B90F0D2075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B253EDF-DF58-E8C8-9125-23F217F3BF6D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3FBD564-B21A-6264-6C19-D54D1D34E49B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70034CF-C385-DB20-77A4-68907B0E147F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2BB515F-A0DB-DFA8-3050-4101BE0E4ADB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4F45A3F-5781-82E1-0DAE-8E4AA176BBB5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080778A-F606-F136-3022-A850F3713DAB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4F9AB9D-87FA-64AB-B0ED-006B05A5CA2B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E10FD79-9258-9281-90C5-3DF19628BD41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A1008A2-6EA3-CB58-CE8E-C55E7CDBD6BF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0040E31-4ACD-4B8C-479A-7576B3C4FF02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FED3AC1-137D-5F59-8188-F74748BB1308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ABCFEB9-B265-2689-5233-C376AE49F9B6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5872757-DF01-B4B2-A09E-06BCE2E7DDD6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B8443F1-F991-34B7-0E89-92AEAD8E3C31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12E713A-EDBD-51A3-4E4F-3D413F6AF3E7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E33C78B-9BA4-9066-39CD-367685D24DCC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667F2AB-13A3-8BB4-CA85-6B25FC4972CE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AE6F1C6-0C42-BF35-E7C1-20946348CDD2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EF53749-FC07-79CC-4C8E-F8AEC8EB1C9F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85BCCE3-FD76-302B-2759-21A08ABCE796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FF71FBB-A675-A00A-5DD9-0BECA847C7E4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7496B52-B9AD-BA02-AED0-533323EA3834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AA1FCC0-A1AF-C78C-69DF-89FD2D042D5D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F58F103-95C7-5638-78E7-15157093CA64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1123F63-2CC3-BEAC-62CC-3BD977034777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2DB45D0-C1B1-67FA-C522-7D7AE3243F39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9C7494A-C7E1-829E-A33E-F67BA4DD9A95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32892F7-6E98-E828-79A6-A9CECBB081CA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B79A1E9-C7CF-5CE4-FD67-7E07598BDCAA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87754AC-5CD1-441C-12FC-66F9CA3D0BF0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6E14D65-F00D-E266-2FFB-681814175BA4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2BC3CB1-D8F9-F864-64AF-FABBAEFACCD1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1F57D1B-5B0A-E2BC-6E89-2C5AC3ECEA5B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9B7F291-A632-B6F5-8FFD-E3EEF191D6FD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63DBFD7-91BF-8377-4B05-94771455346F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6A5222B-8897-F30E-B8BC-1D0235911087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5B700C1-8D31-2BB5-CE16-194429BADF0D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4320884-A4E4-F220-33A1-EF78C8A4DD6A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4EB699B-013F-2079-52B2-43E14F8782DA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DD41558-3739-C199-6C24-EBDEF63DCD3E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3EC72EB-A92A-10DB-1298-8FC60D0729BF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E2B0DEE-0FAF-4EEC-D14F-7911EB803D85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5C91F56A-4B8F-EE43-F633-5CAA7B8E08AE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84D2CFB-C9AD-0496-1FE0-5C6E8FD76691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0AA02AC-C827-223D-8974-4DE2712AFC22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5BB1992-97A9-A2D0-17AD-590F53526555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AFCEB34-9457-5C43-8981-A3F75FFE640A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1F672EE6-3890-D807-7491-EC36BB65DC86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9FD2FBF-06E5-DB0A-BE80-107095C4BC5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A01901D-DF70-0C2A-47B8-060AF6381FDE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3924E7E-FEB0-F8CA-16EE-AA0B8DAB981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974BC12-2927-BCB6-5C81-D43CF50BA35F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7A1515E-3D10-5A6A-C0E8-07CA9A217BFC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36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D2737-CE9D-3ACC-EE1E-9CD47B54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209127C-58D7-03C2-35DF-18A72A0833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0885AC95-0965-E349-DE0F-DF1F15983A65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65FCEA-E8CE-582B-F87A-8CDDB9E04EA7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425BABC-225B-289B-A956-7B63C346C377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FF590F-347F-F8B1-0BEE-41D32528B962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474E2EB-9D45-E6F0-B9CF-E8FE1D966EC2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F9AC47E-323E-F31A-A637-525A98A03C40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9EEED36-E79D-97AD-BEAF-7A2DF48DA771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5FCD657-E133-AC04-15C7-D7EFBB9ECF23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D2C2E0C-3178-F22E-6D8D-E9923FDAFDFD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6359BC-A983-5FC7-499C-D14AF10F17EE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F4BC13-A043-4D55-AC15-D9D24E619D62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858778-E121-C4AC-2AD9-2FCFD89644FF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039100B-9A35-020D-EF6D-7E4A726022E8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4BE3154-2AA7-7FCA-59DA-C581AB5544A2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D050D32-1207-CD5B-8AFF-20F91A47A08C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3ED959D-6474-E039-ED97-263B9131723C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40B207B-87CB-68DB-F1AA-49D2937D1BAF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FCD75F-F036-6030-3D52-414FE9DA992B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2AED0B2-39A6-67B5-A7B9-A1405DCC0FDC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3C4F31-D2D1-BBBB-8328-8FFE38D70C4E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7E4EAE1-5C2F-9504-940F-F6CD5FB5AAEB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75B1484-EEEE-EB07-E607-F781476E4707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6548E50-D809-C3F7-5D25-F76E7D06EDC0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EAB5CD8-30C9-9771-4BB8-D5637E3004C3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1BC10C8-3051-C8D1-04BC-46BB7FEE3DFA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D9E8DD2-6466-31F9-CCFD-B88AE84881B9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15DAE45-0411-FEC0-02DC-2719C907E499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4CCCDD-658D-E943-4655-87A529E60A2D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E1718CD-FFAA-100F-28D1-D6FAFA0A8954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2C98495-5D03-5A22-1FFC-302D9D9EE3DA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43F3DC8-A395-05EF-BC65-EEA9AD153DFB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E8BA3FD-06CB-839F-DF3E-DFE12F471A35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C1B88C-87AC-325E-2AB3-A96379161D9B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E7488EE-8555-7B24-8072-5D83C82CFDFF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9D15A5F-9B4A-37AC-F361-2646FB400C42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16B9177-7A8E-CAD4-E66A-A138FF9485EA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C1CB456-7C63-5A61-5A97-5B145F852CFF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6A3472A-6CA1-627E-E4D7-42BE7BA1E141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FC0311C-4AAF-CA6F-D0FC-D763612FB753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EF01E0D-8F34-A06B-B702-49D2265AA17E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BEDE1BC-1AFD-0FD6-969B-0EEB9539C542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F099392-EE65-8D40-6018-AB9547B936E7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F1B1144-D2F1-D24E-B156-391379B2BF00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74F62DE-65C6-5992-1137-BE073DA06AB4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BB51AF8-9393-EF22-023E-101E4A94927C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FBA1E81-24B2-B181-AA55-8623B7D069CC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805D1AA-7CD0-AB33-A46A-4D9261895865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49989D6-C2A5-0C72-20CD-9E67C6876474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19050">
            <a:solidFill>
              <a:srgbClr val="FFC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092E13E-E1D7-596D-FD8F-7DE987863974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FBC43AB-9303-51AB-B06D-8F2BF3919EFE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0E871BA-E21D-DC30-1B2A-FBF43EBD0F9A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C505CFC-9824-C81D-5822-ACD177E889B8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93EB192-401D-7B88-366A-DBBABF57254B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AF11407-BD6F-DF06-1B2B-A81FDC1B15F2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75D4EE1-359F-6599-CADD-91DF90E2ED49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BCB7C87-E29A-8BE0-D263-34F096178F90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88E9622-00F9-494C-1E3D-AB83F10FFCC8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6E9C7A5F-CA46-0572-FA3C-849AD3A6FF4A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17642C0-E74B-D6B2-0591-2A5B3AEA7208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376D921-8F88-9BD7-C998-0BEE79BFDCF2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E661612-0A3D-5ED9-1734-A771F7CDBEC3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A246452-D236-F3C4-2B55-EE83A814B8DD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CDBC37B-92C1-0550-01ED-EDA579501291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B1A0C38-FD10-0A6A-4FE7-17966734C172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B311A4F-817A-2A23-FC41-86873DF06102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7C2D465-C9B1-A083-2DFF-B9E04FB0A91F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A20B61E-4FB4-D0F2-7E6A-98D9EC52E571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D7FCBE8-495D-53DC-57C9-8C4B07068A3D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26115028-A533-1A92-AD6C-2D90A6F31246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1A207B6-D50B-C58F-BBB6-409F404E4B13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3EA6F27-0A1D-847A-F765-BE187C4D111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CCC9C28-82CD-4D1D-3C0B-EE824890FB05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A7EC2FF-3EC8-B990-55C4-A2C3716684F1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545EE654-879C-40C5-BED5-888DE87F3897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7B1C05A-5809-8235-8E38-7698B3DF4BCF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4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1FEB-B560-0169-E0D8-72C882EDC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0DF6624-120B-267E-F489-1A8F04721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0EC6C44-24A0-978D-364E-03316367110E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AC326DD-33C5-B22C-9260-BB9BF85BD2D8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5FBFECB-3D94-82B4-F5EF-781F046A8853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00A18D-B243-4DC1-DF0C-61FCB1D87672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B7609D-0E8D-EA43-5264-A31720CDBC02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E93077-1390-19EC-DB03-CCAEA11ED1E5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FBA88F8-8931-6FE7-1B5A-D950A0A64501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565CF05-0CE0-0319-169D-61EFD67264A2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FC0B4F-047B-C965-AEB0-BAE74DB79D69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905C619-84E1-8578-3BF1-9A9CCA17E72E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895CF5-731E-B004-C316-37E3910BF395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73099A4-1CEE-D138-6DB7-DE471BFC4041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68E1469-F3B6-00DC-CEB6-295A9D0BB5E0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3D5557-2DA6-3A80-B5E6-5BF387FF649A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B2D7B74-A557-F494-25E0-585157660D4E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0245CD1-3BCD-EC15-303E-85FB6515DCED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6C7D5B3-7434-5FC0-86B8-7D4B6AAEF524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D97FD89-16CD-6302-5D87-AC40E9003C4E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68F2DDC-E088-FEEB-3864-A2CB9FB5F0A4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9F8AFEC-F850-E653-E3F0-111F8BF6EF79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B03CF7-0738-59D9-E05C-200E7EF1745B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C15FED6-2BC6-031A-948D-54358EA79C7D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27CCB92-46B9-540E-67BE-D3815DD234EC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240447D-430B-E7FC-851D-EFA0869BAB0E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0C75AF5-EECF-5A24-8596-391645B06A07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FBED1FE-743F-C75B-8B6D-B4E592B027B4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DA00F9D-3418-2920-52D1-0810D8813DB3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C8D5A00-9890-670D-167E-29F5EE920806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CE3BE7A-BFDD-4237-043D-4302276419B2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83B15A1-495D-D96D-045C-C5320DE0AF8B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3577A31-31F6-11E0-0B8C-9DBA19E340BB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5638F9B-FE20-BEC4-9A9D-1AB8EBEA088D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D058CD5-C028-CA49-6235-37A5EBAF1B01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89E5DF8-6EF1-7FAA-283A-04A5C40C60C5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1A2BE73-EFF9-0665-EFA6-60272F91AD83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7A3A37B-11D9-C7E8-3EA0-3EF409FD3B5C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26D743D-A389-8CA3-5D72-567AA0C571FB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0915969-42F4-7EFF-7237-91D26919C08A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139B4D7-A6F5-44B4-9C7F-2D2724FCB653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A567AC2-0A78-4BEF-9DFB-3A7A225B2812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DA14AA-032C-12D5-FED5-2BD715C6A6F9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BFCF958-E526-53CF-A42B-6FF061461676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F0D76CD-C224-ADCD-9312-4C53A41EBF9B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D6EE3C9-E324-42AD-4764-C18CDDE2A69F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15C797D-B734-E1E0-6DC5-0820512F7214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532EA56-1FBD-F92B-0B4F-0A22B3C084A6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7607F42-1693-CF42-2DD8-566556A88B66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7ABF7A2-F00D-0B11-255A-979A46F0B401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1270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608EF3D-4A39-5F2B-38AB-AF253549530A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A3046E9-EBB8-5177-93D2-2F5E9EF5EEA2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44D3911-09A0-1361-674E-1F340555ADC7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553A6C4-F981-0456-012A-7DA17ACE4F64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A1BFC90-DD6F-8FE4-09AE-0894044FEADB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7621A70-5FF7-664D-23C2-7D8C155F8C0D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CE69B60-E2D6-0796-28DE-584ECF00E844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85BE264-D37E-22AF-E4AD-71B53A3F9227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6FD54EE-50A4-93D0-8B92-36B22A1CEB19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DCEF550-1A15-4E79-C8BF-A0E303088603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F1C8A54-BCDF-3776-4AEF-4FD2E2969E43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6B9A24B-9CD4-3DC0-38AB-6FCA91051C7D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03E6A45-978F-3FC2-DD97-98F4B22DC904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F55FB2A-F31B-6553-5317-1F947FFB6F76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C6ED010-44BF-06F5-5E18-AFC0E4E7283F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3246876-E674-2356-ED18-7EE43497BF0A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08B97DFD-2082-6303-B632-629DD9A465E1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976CB8E-FBBF-828A-E309-DCBAD6F524E6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DBB78F0-3CD5-4248-0CEA-508DC7609A86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E7513CF-5601-6C7A-5AE6-46D526262B25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463FE39B-0461-722C-D871-6AFD6314EB94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9A9A22-EE12-AE68-8096-E4C7D14C1DB4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41CD583-4A6D-1A86-14FB-1DB2EF510FA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40A41312-34EB-5C4B-EBC2-FED2332B780B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A6A4CC6-4142-3AA5-D6D4-C70EE67A7C73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9C9E49A-97F9-D56C-6E16-4A4E9B8BECFB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46D9F2B5-5CFE-7A34-53E5-9E5854784554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04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51D0-2DDA-1709-7E22-FE575234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A0994A-350B-B57C-A596-316872A6F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849" b="11414"/>
          <a:stretch>
            <a:fillRect/>
          </a:stretch>
        </p:blipFill>
        <p:spPr>
          <a:xfrm>
            <a:off x="3442823" y="372518"/>
            <a:ext cx="6136979" cy="616723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96436EA4-7993-E604-5682-A630EFA8BE81}"/>
              </a:ext>
            </a:extLst>
          </p:cNvPr>
          <p:cNvSpPr/>
          <p:nvPr/>
        </p:nvSpPr>
        <p:spPr>
          <a:xfrm>
            <a:off x="5799667" y="15158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56768B-ABFD-3473-BD65-337F2053D4E4}"/>
              </a:ext>
            </a:extLst>
          </p:cNvPr>
          <p:cNvSpPr/>
          <p:nvPr/>
        </p:nvSpPr>
        <p:spPr>
          <a:xfrm>
            <a:off x="4515155" y="1445795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0149EF2-C4C1-7B14-051E-79F045B77BD1}"/>
              </a:ext>
            </a:extLst>
          </p:cNvPr>
          <p:cNvSpPr/>
          <p:nvPr/>
        </p:nvSpPr>
        <p:spPr>
          <a:xfrm>
            <a:off x="4511809" y="273868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D817D8-73BB-FC19-392C-7FE91F799F5B}"/>
              </a:ext>
            </a:extLst>
          </p:cNvPr>
          <p:cNvSpPr/>
          <p:nvPr/>
        </p:nvSpPr>
        <p:spPr>
          <a:xfrm>
            <a:off x="5799674" y="4021532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D7100C0-0B3A-1F79-33EE-8D22E8459CCD}"/>
              </a:ext>
            </a:extLst>
          </p:cNvPr>
          <p:cNvSpPr/>
          <p:nvPr/>
        </p:nvSpPr>
        <p:spPr>
          <a:xfrm>
            <a:off x="5794666" y="144323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9D3D196-A429-B607-59E8-1F35826997DF}"/>
              </a:ext>
            </a:extLst>
          </p:cNvPr>
          <p:cNvSpPr/>
          <p:nvPr/>
        </p:nvSpPr>
        <p:spPr>
          <a:xfrm>
            <a:off x="4510154" y="2737444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6ED24B-5D9A-E7BD-9126-5130FD98FE35}"/>
              </a:ext>
            </a:extLst>
          </p:cNvPr>
          <p:cNvSpPr/>
          <p:nvPr/>
        </p:nvSpPr>
        <p:spPr>
          <a:xfrm>
            <a:off x="4506808" y="403033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5434C4-3655-5891-A038-CE54E40B3BA9}"/>
              </a:ext>
            </a:extLst>
          </p:cNvPr>
          <p:cNvSpPr/>
          <p:nvPr/>
        </p:nvSpPr>
        <p:spPr>
          <a:xfrm>
            <a:off x="4509305" y="531822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23B6047-7FD7-7305-8C84-6F1AD8D40C41}"/>
              </a:ext>
            </a:extLst>
          </p:cNvPr>
          <p:cNvSpPr/>
          <p:nvPr/>
        </p:nvSpPr>
        <p:spPr>
          <a:xfrm>
            <a:off x="5800516" y="530817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B3D4638-17FD-FF39-A20F-98E43FE3C838}"/>
              </a:ext>
            </a:extLst>
          </p:cNvPr>
          <p:cNvSpPr/>
          <p:nvPr/>
        </p:nvSpPr>
        <p:spPr>
          <a:xfrm>
            <a:off x="7096070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D4D7CBC-4415-630D-23D1-66230DB5A2A0}"/>
              </a:ext>
            </a:extLst>
          </p:cNvPr>
          <p:cNvSpPr/>
          <p:nvPr/>
        </p:nvSpPr>
        <p:spPr>
          <a:xfrm>
            <a:off x="8375581" y="271156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08AF13E-1D30-F349-C263-EC2E5C750F30}"/>
              </a:ext>
            </a:extLst>
          </p:cNvPr>
          <p:cNvSpPr/>
          <p:nvPr/>
        </p:nvSpPr>
        <p:spPr>
          <a:xfrm>
            <a:off x="7087723" y="4006131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2F4FED7-9FC1-A55C-2B60-35987D039E69}"/>
              </a:ext>
            </a:extLst>
          </p:cNvPr>
          <p:cNvSpPr/>
          <p:nvPr/>
        </p:nvSpPr>
        <p:spPr>
          <a:xfrm>
            <a:off x="8202591" y="3819279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BF37B77-A382-1004-955D-7C82284B3001}"/>
              </a:ext>
            </a:extLst>
          </p:cNvPr>
          <p:cNvSpPr/>
          <p:nvPr/>
        </p:nvSpPr>
        <p:spPr>
          <a:xfrm>
            <a:off x="7090220" y="529719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4A30DDE-DC6E-40BE-EBBD-469A17722E80}"/>
              </a:ext>
            </a:extLst>
          </p:cNvPr>
          <p:cNvSpPr/>
          <p:nvPr/>
        </p:nvSpPr>
        <p:spPr>
          <a:xfrm>
            <a:off x="8369143" y="529308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0C42EF3-E37F-3EA3-2787-BA8188D7EFE6}"/>
              </a:ext>
            </a:extLst>
          </p:cNvPr>
          <p:cNvSpPr/>
          <p:nvPr/>
        </p:nvSpPr>
        <p:spPr>
          <a:xfrm>
            <a:off x="8382568" y="14929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97FD9B2-D2BD-2121-6DEF-EB113746D6A0}"/>
              </a:ext>
            </a:extLst>
          </p:cNvPr>
          <p:cNvSpPr/>
          <p:nvPr/>
        </p:nvSpPr>
        <p:spPr>
          <a:xfrm>
            <a:off x="9662079" y="2731800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2D0DD97-ED67-6729-25E0-32DB52D3B749}"/>
              </a:ext>
            </a:extLst>
          </p:cNvPr>
          <p:cNvSpPr/>
          <p:nvPr/>
        </p:nvSpPr>
        <p:spPr>
          <a:xfrm>
            <a:off x="8377567" y="1418717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8AB7FE3-BEFC-5CBE-6864-8D8B01587597}"/>
              </a:ext>
            </a:extLst>
          </p:cNvPr>
          <p:cNvSpPr/>
          <p:nvPr/>
        </p:nvSpPr>
        <p:spPr>
          <a:xfrm>
            <a:off x="9667929" y="530420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A888E77-10FB-8B88-E77F-53E13CCC7AB5}"/>
              </a:ext>
            </a:extLst>
          </p:cNvPr>
          <p:cNvSpPr/>
          <p:nvPr/>
        </p:nvSpPr>
        <p:spPr>
          <a:xfrm>
            <a:off x="3230632" y="1443813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E135A7-6CE6-087E-2865-663449644E97}"/>
              </a:ext>
            </a:extLst>
          </p:cNvPr>
          <p:cNvSpPr/>
          <p:nvPr/>
        </p:nvSpPr>
        <p:spPr>
          <a:xfrm>
            <a:off x="3222285" y="402835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83E4AFF-1F5B-CD7E-17A2-E51D08804906}"/>
              </a:ext>
            </a:extLst>
          </p:cNvPr>
          <p:cNvSpPr/>
          <p:nvPr/>
        </p:nvSpPr>
        <p:spPr>
          <a:xfrm>
            <a:off x="6924380" y="2564694"/>
            <a:ext cx="548640" cy="5486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5EDC7E1-817F-0444-BF79-426813C1A93B}"/>
              </a:ext>
            </a:extLst>
          </p:cNvPr>
          <p:cNvSpPr/>
          <p:nvPr/>
        </p:nvSpPr>
        <p:spPr>
          <a:xfrm>
            <a:off x="5797296" y="2715768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D739F26-8082-E8BE-1400-84B7826C3DC7}"/>
              </a:ext>
            </a:extLst>
          </p:cNvPr>
          <p:cNvSpPr/>
          <p:nvPr/>
        </p:nvSpPr>
        <p:spPr>
          <a:xfrm>
            <a:off x="4511161" y="6596906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36B1ED-5B42-9AC3-25BF-9F56E691CC7F}"/>
              </a:ext>
            </a:extLst>
          </p:cNvPr>
          <p:cNvSpPr/>
          <p:nvPr/>
        </p:nvSpPr>
        <p:spPr>
          <a:xfrm>
            <a:off x="7092076" y="6566349"/>
            <a:ext cx="201168" cy="2011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1A7AEF3-5A10-C0C0-2148-EEE489306864}"/>
              </a:ext>
            </a:extLst>
          </p:cNvPr>
          <p:cNvCxnSpPr>
            <a:cxnSpLocks/>
            <a:stCxn id="27" idx="7"/>
            <a:endCxn id="19" idx="3"/>
          </p:cNvCxnSpPr>
          <p:nvPr/>
        </p:nvCxnSpPr>
        <p:spPr>
          <a:xfrm flipV="1">
            <a:off x="4686863" y="323293"/>
            <a:ext cx="1142264" cy="115196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F3FC633-1531-7302-4F3D-017E2D0CF46B}"/>
              </a:ext>
            </a:extLst>
          </p:cNvPr>
          <p:cNvCxnSpPr>
            <a:cxnSpLocks/>
            <a:stCxn id="38" idx="7"/>
            <a:endCxn id="37" idx="3"/>
          </p:cNvCxnSpPr>
          <p:nvPr/>
        </p:nvCxnSpPr>
        <p:spPr>
          <a:xfrm flipV="1">
            <a:off x="4681862" y="1614942"/>
            <a:ext cx="1142264" cy="11519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0F161C9-E9FA-F891-E1EA-51D544668EA0}"/>
              </a:ext>
            </a:extLst>
          </p:cNvPr>
          <p:cNvCxnSpPr>
            <a:cxnSpLocks/>
            <a:stCxn id="39" idx="7"/>
            <a:endCxn id="68" idx="3"/>
          </p:cNvCxnSpPr>
          <p:nvPr/>
        </p:nvCxnSpPr>
        <p:spPr>
          <a:xfrm flipV="1">
            <a:off x="4678516" y="2887476"/>
            <a:ext cx="1148240" cy="11723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B2E36F5-82B1-10D1-60BD-C1BDC74672F8}"/>
              </a:ext>
            </a:extLst>
          </p:cNvPr>
          <p:cNvCxnSpPr>
            <a:cxnSpLocks/>
            <a:stCxn id="43" idx="7"/>
            <a:endCxn id="36" idx="3"/>
          </p:cNvCxnSpPr>
          <p:nvPr/>
        </p:nvCxnSpPr>
        <p:spPr>
          <a:xfrm flipV="1">
            <a:off x="4681013" y="4193240"/>
            <a:ext cx="1148121" cy="11544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C7E395B-8288-2FFD-6CC0-399AAF066506}"/>
              </a:ext>
            </a:extLst>
          </p:cNvPr>
          <p:cNvCxnSpPr>
            <a:cxnSpLocks/>
          </p:cNvCxnSpPr>
          <p:nvPr/>
        </p:nvCxnSpPr>
        <p:spPr>
          <a:xfrm flipV="1">
            <a:off x="4682869" y="5469253"/>
            <a:ext cx="1147107" cy="11464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1AC1F0C-8916-E79B-4A9E-B8C0C9ADA558}"/>
              </a:ext>
            </a:extLst>
          </p:cNvPr>
          <p:cNvCxnSpPr>
            <a:cxnSpLocks/>
            <a:stCxn id="46" idx="7"/>
            <a:endCxn id="54" idx="3"/>
          </p:cNvCxnSpPr>
          <p:nvPr/>
        </p:nvCxnSpPr>
        <p:spPr>
          <a:xfrm flipV="1">
            <a:off x="7267778" y="321001"/>
            <a:ext cx="1144250" cy="11522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8CFDA09-A1F3-E47D-9170-A02E8EDEB82F}"/>
              </a:ext>
            </a:extLst>
          </p:cNvPr>
          <p:cNvCxnSpPr>
            <a:cxnSpLocks/>
            <a:stCxn id="67" idx="7"/>
            <a:endCxn id="56" idx="3"/>
          </p:cNvCxnSpPr>
          <p:nvPr/>
        </p:nvCxnSpPr>
        <p:spPr>
          <a:xfrm flipV="1">
            <a:off x="7392674" y="1590425"/>
            <a:ext cx="1014353" cy="1054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87CF56D-6B3E-BBCE-9A94-8F74C1CCBBA5}"/>
              </a:ext>
            </a:extLst>
          </p:cNvPr>
          <p:cNvCxnSpPr>
            <a:cxnSpLocks/>
            <a:stCxn id="49" idx="7"/>
            <a:endCxn id="47" idx="3"/>
          </p:cNvCxnSpPr>
          <p:nvPr/>
        </p:nvCxnSpPr>
        <p:spPr>
          <a:xfrm flipV="1">
            <a:off x="7259431" y="2883269"/>
            <a:ext cx="1145610" cy="115232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6A90EF6-CD5B-E60D-1952-66FD0D17262F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7261928" y="4287573"/>
            <a:ext cx="1021009" cy="10390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AC8C6A4-7149-3B44-7995-5E621DB63C35}"/>
              </a:ext>
            </a:extLst>
          </p:cNvPr>
          <p:cNvCxnSpPr>
            <a:cxnSpLocks/>
            <a:stCxn id="72" idx="7"/>
            <a:endCxn id="52" idx="3"/>
          </p:cNvCxnSpPr>
          <p:nvPr/>
        </p:nvCxnSpPr>
        <p:spPr>
          <a:xfrm flipV="1">
            <a:off x="7263784" y="5464791"/>
            <a:ext cx="1134819" cy="113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F1DA46F-4AA8-476F-68A7-C54852906386}"/>
              </a:ext>
            </a:extLst>
          </p:cNvPr>
          <p:cNvCxnSpPr>
            <a:stCxn id="19" idx="5"/>
            <a:endCxn id="46" idx="1"/>
          </p:cNvCxnSpPr>
          <p:nvPr/>
        </p:nvCxnSpPr>
        <p:spPr>
          <a:xfrm>
            <a:off x="5971375" y="323293"/>
            <a:ext cx="1154155" cy="11499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115A2C6-2EEF-641B-05AF-A12DF0578C2E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966374" y="1614942"/>
            <a:ext cx="1038352" cy="10300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D2DCC70-F6B4-8042-5E07-4519F9896BCC}"/>
              </a:ext>
            </a:extLst>
          </p:cNvPr>
          <p:cNvCxnSpPr>
            <a:cxnSpLocks/>
            <a:stCxn id="68" idx="5"/>
            <a:endCxn id="49" idx="1"/>
          </p:cNvCxnSpPr>
          <p:nvPr/>
        </p:nvCxnSpPr>
        <p:spPr>
          <a:xfrm>
            <a:off x="5969004" y="2887476"/>
            <a:ext cx="1148179" cy="11481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9655825-78FE-9517-B01E-EC30C90207B2}"/>
              </a:ext>
            </a:extLst>
          </p:cNvPr>
          <p:cNvCxnSpPr>
            <a:cxnSpLocks/>
            <a:stCxn id="36" idx="5"/>
            <a:endCxn id="51" idx="1"/>
          </p:cNvCxnSpPr>
          <p:nvPr/>
        </p:nvCxnSpPr>
        <p:spPr>
          <a:xfrm>
            <a:off x="5971382" y="4193240"/>
            <a:ext cx="1148298" cy="11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301F87E-D4DA-30EE-BE96-FA4A202F3509}"/>
              </a:ext>
            </a:extLst>
          </p:cNvPr>
          <p:cNvCxnSpPr>
            <a:cxnSpLocks/>
            <a:stCxn id="44" idx="5"/>
            <a:endCxn id="72" idx="1"/>
          </p:cNvCxnSpPr>
          <p:nvPr/>
        </p:nvCxnSpPr>
        <p:spPr>
          <a:xfrm>
            <a:off x="5972224" y="5479885"/>
            <a:ext cx="1149312" cy="111592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B2934BD-7BB9-171C-22FF-240229EAA65F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45768" y="909587"/>
            <a:ext cx="578358" cy="563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E883EEB-4CC0-1D85-468C-EBF8CC6A199B}"/>
              </a:ext>
            </a:extLst>
          </p:cNvPr>
          <p:cNvCxnSpPr>
            <a:cxnSpLocks/>
            <a:stCxn id="27" idx="5"/>
            <a:endCxn id="68" idx="1"/>
          </p:cNvCxnSpPr>
          <p:nvPr/>
        </p:nvCxnSpPr>
        <p:spPr>
          <a:xfrm>
            <a:off x="4686863" y="1617503"/>
            <a:ext cx="1139893" cy="11277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105D5B2-E13C-3C44-7AF7-1B6A80D61944}"/>
              </a:ext>
            </a:extLst>
          </p:cNvPr>
          <p:cNvCxnSpPr>
            <a:cxnSpLocks/>
            <a:stCxn id="38" idx="5"/>
            <a:endCxn id="36" idx="1"/>
          </p:cNvCxnSpPr>
          <p:nvPr/>
        </p:nvCxnSpPr>
        <p:spPr>
          <a:xfrm>
            <a:off x="4681862" y="2909152"/>
            <a:ext cx="1147272" cy="1141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55B6FA-A7D1-B3E8-A8E0-7070EA9FCB60}"/>
              </a:ext>
            </a:extLst>
          </p:cNvPr>
          <p:cNvCxnSpPr>
            <a:cxnSpLocks/>
            <a:stCxn id="39" idx="5"/>
            <a:endCxn id="44" idx="1"/>
          </p:cNvCxnSpPr>
          <p:nvPr/>
        </p:nvCxnSpPr>
        <p:spPr>
          <a:xfrm>
            <a:off x="4678516" y="4202046"/>
            <a:ext cx="1151460" cy="1135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A95286A-88F0-0CA6-797E-7313AB71B08C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4681013" y="5489936"/>
            <a:ext cx="605655" cy="5451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9EB0C5B-A62A-CF73-44B6-20B35EB75B8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809291" y="888730"/>
            <a:ext cx="597736" cy="559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2CC2C72-A47A-D110-FD2A-9FB98DFFD6D2}"/>
              </a:ext>
            </a:extLst>
          </p:cNvPr>
          <p:cNvCxnSpPr>
            <a:cxnSpLocks/>
            <a:stCxn id="46" idx="5"/>
            <a:endCxn id="47" idx="1"/>
          </p:cNvCxnSpPr>
          <p:nvPr/>
        </p:nvCxnSpPr>
        <p:spPr>
          <a:xfrm>
            <a:off x="7267778" y="1615521"/>
            <a:ext cx="1137263" cy="11255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08E7B69-F511-6D7E-7ADE-37EE831B6B71}"/>
              </a:ext>
            </a:extLst>
          </p:cNvPr>
          <p:cNvCxnSpPr>
            <a:cxnSpLocks/>
            <a:stCxn id="67" idx="5"/>
            <a:endCxn id="50" idx="1"/>
          </p:cNvCxnSpPr>
          <p:nvPr/>
        </p:nvCxnSpPr>
        <p:spPr>
          <a:xfrm>
            <a:off x="7392674" y="3032988"/>
            <a:ext cx="890263" cy="8666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AED433-56A7-C39D-E68C-1FAED7B7F77F}"/>
              </a:ext>
            </a:extLst>
          </p:cNvPr>
          <p:cNvCxnSpPr>
            <a:cxnSpLocks/>
            <a:stCxn id="49" idx="5"/>
            <a:endCxn id="52" idx="1"/>
          </p:cNvCxnSpPr>
          <p:nvPr/>
        </p:nvCxnSpPr>
        <p:spPr>
          <a:xfrm>
            <a:off x="7259431" y="4177839"/>
            <a:ext cx="1139172" cy="11447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53A8974-80EC-C128-6FD3-C4A93FEE9DDC}"/>
              </a:ext>
            </a:extLst>
          </p:cNvPr>
          <p:cNvCxnSpPr>
            <a:cxnSpLocks/>
            <a:stCxn id="51" idx="5"/>
          </p:cNvCxnSpPr>
          <p:nvPr/>
        </p:nvCxnSpPr>
        <p:spPr>
          <a:xfrm>
            <a:off x="7261928" y="5468904"/>
            <a:ext cx="547363" cy="5728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731D929-7E7B-BA4D-07E1-A7363792405C}"/>
              </a:ext>
            </a:extLst>
          </p:cNvPr>
          <p:cNvCxnSpPr>
            <a:cxnSpLocks/>
            <a:stCxn id="68" idx="7"/>
            <a:endCxn id="46" idx="3"/>
          </p:cNvCxnSpPr>
          <p:nvPr/>
        </p:nvCxnSpPr>
        <p:spPr>
          <a:xfrm flipV="1">
            <a:off x="5969004" y="1615521"/>
            <a:ext cx="1156526" cy="11297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168C1B8-0518-1FF2-6C64-08EDBE26EB83}"/>
              </a:ext>
            </a:extLst>
          </p:cNvPr>
          <p:cNvCxnSpPr>
            <a:cxnSpLocks/>
            <a:stCxn id="36" idx="7"/>
            <a:endCxn id="67" idx="3"/>
          </p:cNvCxnSpPr>
          <p:nvPr/>
        </p:nvCxnSpPr>
        <p:spPr>
          <a:xfrm flipV="1">
            <a:off x="5971382" y="3032988"/>
            <a:ext cx="1033344" cy="10180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78A0774-742A-18A2-8B3E-78AE69E6B50C}"/>
              </a:ext>
            </a:extLst>
          </p:cNvPr>
          <p:cNvCxnSpPr>
            <a:cxnSpLocks/>
            <a:stCxn id="44" idx="7"/>
            <a:endCxn id="49" idx="3"/>
          </p:cNvCxnSpPr>
          <p:nvPr/>
        </p:nvCxnSpPr>
        <p:spPr>
          <a:xfrm flipV="1">
            <a:off x="5972224" y="4177839"/>
            <a:ext cx="1144959" cy="11597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A0341D2-4033-F6A0-3D8F-12688142EFB5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535881" y="5468904"/>
            <a:ext cx="583799" cy="5509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9075D84-E68E-E653-4052-4BBFCCB4E182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5966374" y="897137"/>
            <a:ext cx="567040" cy="5755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7E062FB-70AE-5DD6-1D9A-5B780082611C}"/>
              </a:ext>
            </a:extLst>
          </p:cNvPr>
          <p:cNvCxnSpPr>
            <a:cxnSpLocks/>
            <a:stCxn id="54" idx="5"/>
          </p:cNvCxnSpPr>
          <p:nvPr/>
        </p:nvCxnSpPr>
        <p:spPr>
          <a:xfrm>
            <a:off x="8554276" y="321001"/>
            <a:ext cx="544506" cy="5677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95673B19-913E-8240-9B98-93C13AA2530B}"/>
              </a:ext>
            </a:extLst>
          </p:cNvPr>
          <p:cNvCxnSpPr>
            <a:cxnSpLocks/>
            <a:stCxn id="56" idx="5"/>
            <a:endCxn id="55" idx="1"/>
          </p:cNvCxnSpPr>
          <p:nvPr/>
        </p:nvCxnSpPr>
        <p:spPr>
          <a:xfrm>
            <a:off x="8549275" y="1590425"/>
            <a:ext cx="1142264" cy="1170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538AF0F-6A8F-BB7B-D191-A4F0C1A025BD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8547289" y="2883269"/>
            <a:ext cx="551493" cy="574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BECF9F4-46D3-B4F4-D28D-13C8C8E50A35}"/>
              </a:ext>
            </a:extLst>
          </p:cNvPr>
          <p:cNvCxnSpPr>
            <a:cxnSpLocks/>
            <a:stCxn id="50" idx="5"/>
            <a:endCxn id="60" idx="1"/>
          </p:cNvCxnSpPr>
          <p:nvPr/>
        </p:nvCxnSpPr>
        <p:spPr>
          <a:xfrm>
            <a:off x="8670885" y="4287573"/>
            <a:ext cx="1026504" cy="10460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544B18F-9ECA-0683-C55D-D450647B10CE}"/>
              </a:ext>
            </a:extLst>
          </p:cNvPr>
          <p:cNvCxnSpPr>
            <a:cxnSpLocks/>
            <a:stCxn id="52" idx="5"/>
          </p:cNvCxnSpPr>
          <p:nvPr/>
        </p:nvCxnSpPr>
        <p:spPr>
          <a:xfrm>
            <a:off x="8540851" y="5464791"/>
            <a:ext cx="554577" cy="5496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8DF57F3-65B0-E43B-FCA2-E7EC3861F349}"/>
              </a:ext>
            </a:extLst>
          </p:cNvPr>
          <p:cNvCxnSpPr>
            <a:cxnSpLocks/>
            <a:endCxn id="60" idx="3"/>
          </p:cNvCxnSpPr>
          <p:nvPr/>
        </p:nvCxnSpPr>
        <p:spPr>
          <a:xfrm flipV="1">
            <a:off x="9095428" y="5475917"/>
            <a:ext cx="601961" cy="5591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83E3D74-6DC3-1BAE-1AFB-C131A230F2C2}"/>
              </a:ext>
            </a:extLst>
          </p:cNvPr>
          <p:cNvCxnSpPr>
            <a:cxnSpLocks/>
            <a:stCxn id="50" idx="7"/>
            <a:endCxn id="55" idx="3"/>
          </p:cNvCxnSpPr>
          <p:nvPr/>
        </p:nvCxnSpPr>
        <p:spPr>
          <a:xfrm flipV="1">
            <a:off x="8670885" y="2903508"/>
            <a:ext cx="1020654" cy="996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ACFA463-BFC8-D08B-6959-3E84A24F34E9}"/>
              </a:ext>
            </a:extLst>
          </p:cNvPr>
          <p:cNvCxnSpPr>
            <a:cxnSpLocks/>
            <a:stCxn id="52" idx="7"/>
          </p:cNvCxnSpPr>
          <p:nvPr/>
        </p:nvCxnSpPr>
        <p:spPr>
          <a:xfrm flipV="1">
            <a:off x="8540851" y="4741628"/>
            <a:ext cx="554577" cy="5809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8E9B4FAD-BC0B-1FA2-8297-7F97E776BEBF}"/>
              </a:ext>
            </a:extLst>
          </p:cNvPr>
          <p:cNvCxnSpPr>
            <a:cxnSpLocks/>
            <a:stCxn id="47" idx="7"/>
          </p:cNvCxnSpPr>
          <p:nvPr/>
        </p:nvCxnSpPr>
        <p:spPr>
          <a:xfrm flipV="1">
            <a:off x="8547289" y="2171232"/>
            <a:ext cx="548139" cy="5697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F6A622E-3223-D8A5-3057-BCF897E5C1FE}"/>
              </a:ext>
            </a:extLst>
          </p:cNvPr>
          <p:cNvCxnSpPr>
            <a:cxnSpLocks/>
            <a:stCxn id="56" idx="7"/>
          </p:cNvCxnSpPr>
          <p:nvPr/>
        </p:nvCxnSpPr>
        <p:spPr>
          <a:xfrm flipV="1">
            <a:off x="8549275" y="843526"/>
            <a:ext cx="546153" cy="6046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66EFF7B-E9DA-6749-C3BF-4F8EAFEEE227}"/>
              </a:ext>
            </a:extLst>
          </p:cNvPr>
          <p:cNvCxnSpPr>
            <a:cxnSpLocks/>
            <a:stCxn id="64" idx="7"/>
          </p:cNvCxnSpPr>
          <p:nvPr/>
        </p:nvCxnSpPr>
        <p:spPr>
          <a:xfrm flipV="1">
            <a:off x="3402340" y="888730"/>
            <a:ext cx="606523" cy="5845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F7704469-6DF4-C448-EAFF-BC53A0B91F07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3967544" y="1617503"/>
            <a:ext cx="577071" cy="55833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A4D1234-E89D-4DCB-C82C-ED2CD5A5B45C}"/>
              </a:ext>
            </a:extLst>
          </p:cNvPr>
          <p:cNvCxnSpPr>
            <a:cxnSpLocks/>
            <a:stCxn id="65" idx="7"/>
            <a:endCxn id="38" idx="3"/>
          </p:cNvCxnSpPr>
          <p:nvPr/>
        </p:nvCxnSpPr>
        <p:spPr>
          <a:xfrm flipV="1">
            <a:off x="3393993" y="2909152"/>
            <a:ext cx="1145621" cy="1148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A1B00D0-EAAF-448D-3A68-6C4F22B6143F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3967544" y="4202046"/>
            <a:ext cx="568724" cy="5395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6D5B155-1EC4-C420-4F5B-E6B67BDDF2F2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967544" y="5489936"/>
            <a:ext cx="571221" cy="5930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3415830-8B77-AFDD-D8B4-8D686977B60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67544" y="888730"/>
            <a:ext cx="577071" cy="5865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4BBCB53-B99F-494F-2929-7F7C785791CE}"/>
              </a:ext>
            </a:extLst>
          </p:cNvPr>
          <p:cNvCxnSpPr>
            <a:cxnSpLocks/>
            <a:stCxn id="64" idx="5"/>
            <a:endCxn id="38" idx="1"/>
          </p:cNvCxnSpPr>
          <p:nvPr/>
        </p:nvCxnSpPr>
        <p:spPr>
          <a:xfrm>
            <a:off x="3402340" y="1615521"/>
            <a:ext cx="1137274" cy="1151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515A339-558C-3721-790B-C631144072F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967544" y="3459430"/>
            <a:ext cx="568724" cy="60036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53D2C38-798E-A936-DB36-EED10B965467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3393993" y="4200064"/>
            <a:ext cx="1155913" cy="11456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6ACB2DE-AB78-97DE-4B31-BE2224A7E970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967544" y="6041760"/>
            <a:ext cx="573077" cy="5846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48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blue squares with white circles&#10;&#10;AI-generated content may be incorrect.">
            <a:extLst>
              <a:ext uri="{FF2B5EF4-FFF2-40B4-BE49-F238E27FC236}">
                <a16:creationId xmlns:a16="http://schemas.microsoft.com/office/drawing/2014/main" id="{6ED10E56-04E2-B087-DD12-6B127D6FD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43" y="2503588"/>
            <a:ext cx="2697480" cy="2697480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E2FBDAA6-0B77-ABE4-43AD-99926C1E3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771" y="1038451"/>
            <a:ext cx="2697480" cy="2697480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E4787FF9-3942-5EFE-2C1E-58A584D7A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605" y="1038451"/>
            <a:ext cx="2697480" cy="2697480"/>
          </a:xfrm>
          <a:prstGeom prst="rect">
            <a:avLst/>
          </a:prstGeom>
        </p:spPr>
      </p:pic>
      <p:pic>
        <p:nvPicPr>
          <p:cNvPr id="13" name="Picture 12" descr="A screenshot of a game&#10;&#10;AI-generated content may be incorrect.">
            <a:extLst>
              <a:ext uri="{FF2B5EF4-FFF2-40B4-BE49-F238E27FC236}">
                <a16:creationId xmlns:a16="http://schemas.microsoft.com/office/drawing/2014/main" id="{783B75FE-4EB7-424B-55B1-7FEBD1D66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771" y="3934875"/>
            <a:ext cx="2697480" cy="2697480"/>
          </a:xfrm>
          <a:prstGeom prst="rect">
            <a:avLst/>
          </a:prstGeom>
        </p:spPr>
      </p:pic>
      <p:pic>
        <p:nvPicPr>
          <p:cNvPr id="15" name="Picture 14" descr="A colorful squares with white circles and black lines&#10;&#10;AI-generated content may be incorrect.">
            <a:extLst>
              <a:ext uri="{FF2B5EF4-FFF2-40B4-BE49-F238E27FC236}">
                <a16:creationId xmlns:a16="http://schemas.microsoft.com/office/drawing/2014/main" id="{11B6AD63-4C8E-760B-02C1-5D0EC8533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605" y="3934875"/>
            <a:ext cx="2697480" cy="269748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26D05E6-5AE3-6C67-95A4-2102843BC84B}"/>
              </a:ext>
            </a:extLst>
          </p:cNvPr>
          <p:cNvSpPr/>
          <p:nvPr/>
        </p:nvSpPr>
        <p:spPr>
          <a:xfrm>
            <a:off x="8043500" y="250224"/>
            <a:ext cx="2027689" cy="688755"/>
          </a:xfrm>
          <a:prstGeom prst="roundRect">
            <a:avLst/>
          </a:prstGeom>
          <a:solidFill>
            <a:srgbClr val="D28483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Adjust hyperedge weights</a:t>
            </a:r>
          </a:p>
          <a:p>
            <a:pPr algn="ctr"/>
            <a:endParaRPr lang="en-US" sz="14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384675-0796-1A7C-3F5D-DD638E603FB2}"/>
              </a:ext>
            </a:extLst>
          </p:cNvPr>
          <p:cNvSpPr/>
          <p:nvPr/>
        </p:nvSpPr>
        <p:spPr>
          <a:xfrm>
            <a:off x="4146666" y="250224"/>
            <a:ext cx="2027689" cy="688755"/>
          </a:xfrm>
          <a:prstGeom prst="roundRect">
            <a:avLst/>
          </a:prstGeom>
          <a:solidFill>
            <a:srgbClr val="D28483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Find minimum weight correction</a:t>
            </a:r>
          </a:p>
          <a:p>
            <a:pPr algn="ctr"/>
            <a:endParaRPr lang="en-US" sz="14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E3D5A0D-92FD-1049-C6AC-594C1FB1EC96}"/>
              </a:ext>
            </a:extLst>
          </p:cNvPr>
          <p:cNvSpPr/>
          <p:nvPr/>
        </p:nvSpPr>
        <p:spPr>
          <a:xfrm>
            <a:off x="706838" y="250223"/>
            <a:ext cx="2027689" cy="688755"/>
          </a:xfrm>
          <a:prstGeom prst="roundRect">
            <a:avLst/>
          </a:prstGeom>
          <a:solidFill>
            <a:srgbClr val="D28483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Initial syndrome</a:t>
            </a:r>
          </a:p>
        </p:txBody>
      </p:sp>
      <p:sp>
        <p:nvSpPr>
          <p:cNvPr id="22" name="Bent Arrow 21">
            <a:extLst>
              <a:ext uri="{FF2B5EF4-FFF2-40B4-BE49-F238E27FC236}">
                <a16:creationId xmlns:a16="http://schemas.microsoft.com/office/drawing/2014/main" id="{7A26BEF4-9D23-EE3B-B7D8-A5E680C2AB8A}"/>
              </a:ext>
            </a:extLst>
          </p:cNvPr>
          <p:cNvSpPr/>
          <p:nvPr/>
        </p:nvSpPr>
        <p:spPr>
          <a:xfrm>
            <a:off x="1720682" y="1853791"/>
            <a:ext cx="1657518" cy="533400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Bent Arrow 23">
            <a:extLst>
              <a:ext uri="{FF2B5EF4-FFF2-40B4-BE49-F238E27FC236}">
                <a16:creationId xmlns:a16="http://schemas.microsoft.com/office/drawing/2014/main" id="{22139583-834D-9907-FCAC-0DB3CB285757}"/>
              </a:ext>
            </a:extLst>
          </p:cNvPr>
          <p:cNvSpPr/>
          <p:nvPr/>
        </p:nvSpPr>
        <p:spPr>
          <a:xfrm flipV="1">
            <a:off x="1720682" y="5317465"/>
            <a:ext cx="1657518" cy="533400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FC6A5F0A-D9BF-A49F-0AA1-A5B18B57EF66}"/>
              </a:ext>
            </a:extLst>
          </p:cNvPr>
          <p:cNvSpPr/>
          <p:nvPr/>
        </p:nvSpPr>
        <p:spPr>
          <a:xfrm>
            <a:off x="6709538" y="2251929"/>
            <a:ext cx="999067" cy="2705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DA018A1-3E32-0D3A-4405-9682B1D5DA51}"/>
              </a:ext>
            </a:extLst>
          </p:cNvPr>
          <p:cNvSpPr/>
          <p:nvPr/>
        </p:nvSpPr>
        <p:spPr>
          <a:xfrm>
            <a:off x="6709538" y="5150003"/>
            <a:ext cx="999067" cy="27052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7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18EF-D095-EAF5-803A-339BEDB476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Fig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AEA24-EF01-D381-13D6-986A0013C9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F622AA1-6C8D-025B-7D16-4776AB8F4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8914" b="62191"/>
          <a:stretch>
            <a:fillRect/>
          </a:stretch>
        </p:blipFill>
        <p:spPr>
          <a:xfrm>
            <a:off x="2789549" y="145329"/>
            <a:ext cx="6783587" cy="502055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C6436A-4B26-A386-824B-E2ACC62D5D60}"/>
              </a:ext>
            </a:extLst>
          </p:cNvPr>
          <p:cNvCxnSpPr>
            <a:cxnSpLocks/>
          </p:cNvCxnSpPr>
          <p:nvPr/>
        </p:nvCxnSpPr>
        <p:spPr>
          <a:xfrm>
            <a:off x="3685881" y="1046375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5D5293-E2DF-4A7D-B305-A04BEA1DC46D}"/>
              </a:ext>
            </a:extLst>
          </p:cNvPr>
          <p:cNvCxnSpPr>
            <a:cxnSpLocks/>
          </p:cNvCxnSpPr>
          <p:nvPr/>
        </p:nvCxnSpPr>
        <p:spPr>
          <a:xfrm flipH="1">
            <a:off x="3685881" y="1121790"/>
            <a:ext cx="1517715" cy="1296185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E7071A-9EF5-0921-8161-3CB2DFC93D5B}"/>
              </a:ext>
            </a:extLst>
          </p:cNvPr>
          <p:cNvCxnSpPr>
            <a:cxnSpLocks/>
          </p:cNvCxnSpPr>
          <p:nvPr/>
        </p:nvCxnSpPr>
        <p:spPr>
          <a:xfrm>
            <a:off x="3685880" y="2476107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6DEA09-723A-58E5-6319-78F4EDDF7CF1}"/>
              </a:ext>
            </a:extLst>
          </p:cNvPr>
          <p:cNvCxnSpPr>
            <a:cxnSpLocks/>
          </p:cNvCxnSpPr>
          <p:nvPr/>
        </p:nvCxnSpPr>
        <p:spPr>
          <a:xfrm>
            <a:off x="5375349" y="875122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F697EB-D47C-7573-936E-14A2DF4F40AB}"/>
              </a:ext>
            </a:extLst>
          </p:cNvPr>
          <p:cNvCxnSpPr>
            <a:cxnSpLocks/>
          </p:cNvCxnSpPr>
          <p:nvPr/>
        </p:nvCxnSpPr>
        <p:spPr>
          <a:xfrm>
            <a:off x="7130304" y="876693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C3F90C-851C-4CDF-830E-E2E7636BCC3B}"/>
              </a:ext>
            </a:extLst>
          </p:cNvPr>
          <p:cNvCxnSpPr>
            <a:cxnSpLocks/>
          </p:cNvCxnSpPr>
          <p:nvPr/>
        </p:nvCxnSpPr>
        <p:spPr>
          <a:xfrm>
            <a:off x="5375349" y="2801332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33E426-6BEE-9F99-C00E-E8723344467E}"/>
              </a:ext>
            </a:extLst>
          </p:cNvPr>
          <p:cNvCxnSpPr>
            <a:cxnSpLocks/>
          </p:cNvCxnSpPr>
          <p:nvPr/>
        </p:nvCxnSpPr>
        <p:spPr>
          <a:xfrm flipH="1">
            <a:off x="5375349" y="2876747"/>
            <a:ext cx="1517715" cy="1296185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4D964-403B-2B5F-0CB3-C014EB63431A}"/>
              </a:ext>
            </a:extLst>
          </p:cNvPr>
          <p:cNvCxnSpPr>
            <a:cxnSpLocks/>
          </p:cNvCxnSpPr>
          <p:nvPr/>
        </p:nvCxnSpPr>
        <p:spPr>
          <a:xfrm>
            <a:off x="5375348" y="4231064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41F3EF-C408-32D1-97BD-537A51020D7D}"/>
              </a:ext>
            </a:extLst>
          </p:cNvPr>
          <p:cNvCxnSpPr>
            <a:cxnSpLocks/>
          </p:cNvCxnSpPr>
          <p:nvPr/>
        </p:nvCxnSpPr>
        <p:spPr>
          <a:xfrm>
            <a:off x="7130304" y="2630079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F53BB5-E924-18DD-4E0F-ED077F19CEA7}"/>
              </a:ext>
            </a:extLst>
          </p:cNvPr>
          <p:cNvCxnSpPr>
            <a:cxnSpLocks/>
          </p:cNvCxnSpPr>
          <p:nvPr/>
        </p:nvCxnSpPr>
        <p:spPr>
          <a:xfrm>
            <a:off x="3604681" y="4383465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B0C3A6-8415-88E8-D702-9A6AFBDBD4F4}"/>
              </a:ext>
            </a:extLst>
          </p:cNvPr>
          <p:cNvCxnSpPr>
            <a:cxnSpLocks/>
          </p:cNvCxnSpPr>
          <p:nvPr/>
        </p:nvCxnSpPr>
        <p:spPr>
          <a:xfrm>
            <a:off x="7130304" y="4525652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022F19-8ACD-92E0-05F7-1C6AB9AB8F61}"/>
              </a:ext>
            </a:extLst>
          </p:cNvPr>
          <p:cNvCxnSpPr>
            <a:cxnSpLocks/>
          </p:cNvCxnSpPr>
          <p:nvPr/>
        </p:nvCxnSpPr>
        <p:spPr>
          <a:xfrm flipH="1">
            <a:off x="7130304" y="4601067"/>
            <a:ext cx="1517715" cy="1296185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5A7317C-74E7-5F06-9F8C-0AF89DFC7588}"/>
              </a:ext>
            </a:extLst>
          </p:cNvPr>
          <p:cNvCxnSpPr>
            <a:cxnSpLocks/>
          </p:cNvCxnSpPr>
          <p:nvPr/>
        </p:nvCxnSpPr>
        <p:spPr>
          <a:xfrm>
            <a:off x="8881621" y="1046375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757C46-F746-8982-D039-5512713D42FF}"/>
              </a:ext>
            </a:extLst>
          </p:cNvPr>
          <p:cNvCxnSpPr>
            <a:cxnSpLocks/>
          </p:cNvCxnSpPr>
          <p:nvPr/>
        </p:nvCxnSpPr>
        <p:spPr>
          <a:xfrm flipH="1">
            <a:off x="8881621" y="1121790"/>
            <a:ext cx="1517715" cy="1296185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B7D76B-7AC6-53C1-3740-33F0304CAEE4}"/>
              </a:ext>
            </a:extLst>
          </p:cNvPr>
          <p:cNvCxnSpPr>
            <a:cxnSpLocks/>
          </p:cNvCxnSpPr>
          <p:nvPr/>
        </p:nvCxnSpPr>
        <p:spPr>
          <a:xfrm>
            <a:off x="8881620" y="2476107"/>
            <a:ext cx="1517715" cy="0"/>
          </a:xfrm>
          <a:prstGeom prst="straightConnector1">
            <a:avLst/>
          </a:prstGeom>
          <a:ln w="76200">
            <a:solidFill>
              <a:srgbClr val="0020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FA62D79-1B49-999D-7230-B78B694C3137}"/>
              </a:ext>
            </a:extLst>
          </p:cNvPr>
          <p:cNvSpPr/>
          <p:nvPr/>
        </p:nvSpPr>
        <p:spPr>
          <a:xfrm>
            <a:off x="9587057" y="688157"/>
            <a:ext cx="1366886" cy="45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3820EA-0BA0-D862-4F8A-0E89FF6FFA24}"/>
              </a:ext>
            </a:extLst>
          </p:cNvPr>
          <p:cNvSpPr/>
          <p:nvPr/>
        </p:nvSpPr>
        <p:spPr>
          <a:xfrm>
            <a:off x="3365369" y="5249159"/>
            <a:ext cx="6419654" cy="119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27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CF9C7-2B46-F05A-5823-F09D4150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3F3FB38-FBCB-2D46-C891-C2D01B3AC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8914" b="62191"/>
          <a:stretch>
            <a:fillRect/>
          </a:stretch>
        </p:blipFill>
        <p:spPr>
          <a:xfrm>
            <a:off x="2789549" y="145329"/>
            <a:ext cx="6783587" cy="50205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A1A6C6-19EF-E6C4-A10C-88D4E0815206}"/>
              </a:ext>
            </a:extLst>
          </p:cNvPr>
          <p:cNvCxnSpPr>
            <a:cxnSpLocks/>
          </p:cNvCxnSpPr>
          <p:nvPr/>
        </p:nvCxnSpPr>
        <p:spPr>
          <a:xfrm>
            <a:off x="3669098" y="2787978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85D8D4-4B63-AC75-6B10-0FF84DC616E3}"/>
              </a:ext>
            </a:extLst>
          </p:cNvPr>
          <p:cNvCxnSpPr>
            <a:cxnSpLocks/>
          </p:cNvCxnSpPr>
          <p:nvPr/>
        </p:nvCxnSpPr>
        <p:spPr>
          <a:xfrm>
            <a:off x="5442908" y="1026736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761CBA-1222-A0B6-4C4D-A6DCCF17002D}"/>
              </a:ext>
            </a:extLst>
          </p:cNvPr>
          <p:cNvCxnSpPr>
            <a:cxnSpLocks/>
          </p:cNvCxnSpPr>
          <p:nvPr/>
        </p:nvCxnSpPr>
        <p:spPr>
          <a:xfrm>
            <a:off x="7028183" y="1026736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7E698E-D2E3-F70D-46C6-21B6A55A29A9}"/>
              </a:ext>
            </a:extLst>
          </p:cNvPr>
          <p:cNvCxnSpPr>
            <a:cxnSpLocks/>
          </p:cNvCxnSpPr>
          <p:nvPr/>
        </p:nvCxnSpPr>
        <p:spPr>
          <a:xfrm>
            <a:off x="8677874" y="1007884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89661F-844F-C54B-B4B0-AE0B071DF29E}"/>
              </a:ext>
            </a:extLst>
          </p:cNvPr>
          <p:cNvCxnSpPr>
            <a:cxnSpLocks/>
          </p:cNvCxnSpPr>
          <p:nvPr/>
        </p:nvCxnSpPr>
        <p:spPr>
          <a:xfrm>
            <a:off x="7108811" y="2835897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FCF11F-EDB6-1F4C-835B-787916B1391F}"/>
              </a:ext>
            </a:extLst>
          </p:cNvPr>
          <p:cNvCxnSpPr>
            <a:cxnSpLocks/>
          </p:cNvCxnSpPr>
          <p:nvPr/>
        </p:nvCxnSpPr>
        <p:spPr>
          <a:xfrm>
            <a:off x="8694086" y="2835897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CCAD98-65DA-2ED4-E2B4-FB5B2FA92CD2}"/>
              </a:ext>
            </a:extLst>
          </p:cNvPr>
          <p:cNvCxnSpPr>
            <a:cxnSpLocks/>
          </p:cNvCxnSpPr>
          <p:nvPr/>
        </p:nvCxnSpPr>
        <p:spPr>
          <a:xfrm>
            <a:off x="5180528" y="2787978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96C503-A7DC-BFBB-7BD4-0E0F2A0E7357}"/>
              </a:ext>
            </a:extLst>
          </p:cNvPr>
          <p:cNvCxnSpPr>
            <a:cxnSpLocks/>
          </p:cNvCxnSpPr>
          <p:nvPr/>
        </p:nvCxnSpPr>
        <p:spPr>
          <a:xfrm>
            <a:off x="3532409" y="1026736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905BFB-1DE0-B135-B9E7-1337500BFB05}"/>
              </a:ext>
            </a:extLst>
          </p:cNvPr>
          <p:cNvCxnSpPr>
            <a:cxnSpLocks/>
          </p:cNvCxnSpPr>
          <p:nvPr/>
        </p:nvCxnSpPr>
        <p:spPr>
          <a:xfrm flipV="1">
            <a:off x="5514680" y="1007884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2713B1-566B-B0DC-5985-7C5C3DE07F64}"/>
              </a:ext>
            </a:extLst>
          </p:cNvPr>
          <p:cNvCxnSpPr>
            <a:cxnSpLocks/>
          </p:cNvCxnSpPr>
          <p:nvPr/>
        </p:nvCxnSpPr>
        <p:spPr>
          <a:xfrm flipV="1">
            <a:off x="7141305" y="983923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E25E50-F2FF-233F-C7B8-540475A7DF21}"/>
              </a:ext>
            </a:extLst>
          </p:cNvPr>
          <p:cNvCxnSpPr>
            <a:cxnSpLocks/>
          </p:cNvCxnSpPr>
          <p:nvPr/>
        </p:nvCxnSpPr>
        <p:spPr>
          <a:xfrm>
            <a:off x="3625607" y="4595567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88FD7E-0DA8-0357-99FB-489217B716E8}"/>
              </a:ext>
            </a:extLst>
          </p:cNvPr>
          <p:cNvCxnSpPr>
            <a:cxnSpLocks/>
          </p:cNvCxnSpPr>
          <p:nvPr/>
        </p:nvCxnSpPr>
        <p:spPr>
          <a:xfrm>
            <a:off x="5210882" y="4595567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FC9633F-8564-ED1E-4E9E-5DCB2DAB492B}"/>
              </a:ext>
            </a:extLst>
          </p:cNvPr>
          <p:cNvCxnSpPr>
            <a:cxnSpLocks/>
          </p:cNvCxnSpPr>
          <p:nvPr/>
        </p:nvCxnSpPr>
        <p:spPr>
          <a:xfrm>
            <a:off x="6860573" y="4576715"/>
            <a:ext cx="0" cy="1451728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C5DD9B-9520-8ADC-244E-2AA57BA4F258}"/>
              </a:ext>
            </a:extLst>
          </p:cNvPr>
          <p:cNvCxnSpPr>
            <a:cxnSpLocks/>
          </p:cNvCxnSpPr>
          <p:nvPr/>
        </p:nvCxnSpPr>
        <p:spPr>
          <a:xfrm flipV="1">
            <a:off x="3697379" y="4576715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E5B8FB-AC89-5B32-DA4D-72803E473C80}"/>
              </a:ext>
            </a:extLst>
          </p:cNvPr>
          <p:cNvCxnSpPr>
            <a:cxnSpLocks/>
          </p:cNvCxnSpPr>
          <p:nvPr/>
        </p:nvCxnSpPr>
        <p:spPr>
          <a:xfrm flipV="1">
            <a:off x="5324004" y="4552754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60CA74-A3D2-22EA-1FDA-4A8847B076D0}"/>
              </a:ext>
            </a:extLst>
          </p:cNvPr>
          <p:cNvCxnSpPr>
            <a:cxnSpLocks/>
          </p:cNvCxnSpPr>
          <p:nvPr/>
        </p:nvCxnSpPr>
        <p:spPr>
          <a:xfrm flipV="1">
            <a:off x="3698947" y="2730630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2A1013B-8E1C-BB14-A625-88CB367FAF87}"/>
              </a:ext>
            </a:extLst>
          </p:cNvPr>
          <p:cNvCxnSpPr>
            <a:cxnSpLocks/>
          </p:cNvCxnSpPr>
          <p:nvPr/>
        </p:nvCxnSpPr>
        <p:spPr>
          <a:xfrm flipV="1">
            <a:off x="7237649" y="2754591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5849AD-AB11-E31F-4320-6A79B3819A4D}"/>
              </a:ext>
            </a:extLst>
          </p:cNvPr>
          <p:cNvCxnSpPr>
            <a:cxnSpLocks/>
          </p:cNvCxnSpPr>
          <p:nvPr/>
        </p:nvCxnSpPr>
        <p:spPr>
          <a:xfrm flipV="1">
            <a:off x="8864274" y="2730630"/>
            <a:ext cx="1423448" cy="1537353"/>
          </a:xfrm>
          <a:prstGeom prst="straightConnector1">
            <a:avLst/>
          </a:prstGeom>
          <a:ln w="76200">
            <a:solidFill>
              <a:srgbClr val="A03B4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71A951E-E86B-C042-85BB-BEA8B1FCCA61}"/>
              </a:ext>
            </a:extLst>
          </p:cNvPr>
          <p:cNvSpPr/>
          <p:nvPr/>
        </p:nvSpPr>
        <p:spPr>
          <a:xfrm>
            <a:off x="3365369" y="5164316"/>
            <a:ext cx="6419654" cy="119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CA3F1E-B7AF-3B4C-0773-7A35CECCFFE0}"/>
              </a:ext>
            </a:extLst>
          </p:cNvPr>
          <p:cNvSpPr/>
          <p:nvPr/>
        </p:nvSpPr>
        <p:spPr>
          <a:xfrm>
            <a:off x="9587057" y="688157"/>
            <a:ext cx="1366886" cy="45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3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ue square with yellow dots and a black background&#10;&#10;AI-generated content may be incorrect.">
            <a:extLst>
              <a:ext uri="{FF2B5EF4-FFF2-40B4-BE49-F238E27FC236}">
                <a16:creationId xmlns:a16="http://schemas.microsoft.com/office/drawing/2014/main" id="{19DBD91B-1389-A714-2B7D-6EEC1129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6" y="279399"/>
            <a:ext cx="6347643" cy="4888867"/>
          </a:xfrm>
          <a:prstGeom prst="rect">
            <a:avLst/>
          </a:prstGeom>
        </p:spPr>
      </p:pic>
      <p:pic>
        <p:nvPicPr>
          <p:cNvPr id="5" name="Picture 4" descr="A close-up of a grid&#10;&#10;AI-generated content may be incorrect.">
            <a:extLst>
              <a:ext uri="{FF2B5EF4-FFF2-40B4-BE49-F238E27FC236}">
                <a16:creationId xmlns:a16="http://schemas.microsoft.com/office/drawing/2014/main" id="{D2652A8F-B2E5-C47D-3EB2-2C91806BF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369" y="288628"/>
            <a:ext cx="6347643" cy="48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43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3854-3A29-3B77-25AF-C8D791BC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CA75-2299-C0DA-2CD2-F9F88A6722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Fig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77D2-C79F-5CB3-322C-06C6FA274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997C781-C5C2-F7C6-1562-9F78618C9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7E29F7E-5304-7F4F-AE8A-AD941E87A540}"/>
              </a:ext>
            </a:extLst>
          </p:cNvPr>
          <p:cNvSpPr/>
          <p:nvPr/>
        </p:nvSpPr>
        <p:spPr>
          <a:xfrm>
            <a:off x="3751584" y="2209366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8BDDAB-7624-9265-F155-73D5923386B6}"/>
              </a:ext>
            </a:extLst>
          </p:cNvPr>
          <p:cNvSpPr/>
          <p:nvPr/>
        </p:nvSpPr>
        <p:spPr>
          <a:xfrm>
            <a:off x="5485739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9B61A8-2F1C-77F8-03AB-9DE6EFFB038C}"/>
              </a:ext>
            </a:extLst>
          </p:cNvPr>
          <p:cNvSpPr/>
          <p:nvPr/>
        </p:nvSpPr>
        <p:spPr>
          <a:xfrm>
            <a:off x="3751584" y="3962751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EE4A18-59AB-34EA-EA47-C72993C73AC3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46D4E0-4D65-0A50-082A-F5C7A71D14D2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397EE4-BB63-99FF-C2EF-5EE75EB4DBB9}"/>
              </a:ext>
            </a:extLst>
          </p:cNvPr>
          <p:cNvSpPr/>
          <p:nvPr/>
        </p:nvSpPr>
        <p:spPr>
          <a:xfrm>
            <a:off x="7241357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401C70-0C3F-248A-7580-CA2CB10648C8}"/>
              </a:ext>
            </a:extLst>
          </p:cNvPr>
          <p:cNvCxnSpPr/>
          <p:nvPr/>
        </p:nvCxnSpPr>
        <p:spPr>
          <a:xfrm>
            <a:off x="5875984" y="2599611"/>
            <a:ext cx="1432328" cy="1430095"/>
          </a:xfrm>
          <a:prstGeom prst="line">
            <a:avLst/>
          </a:prstGeom>
          <a:ln w="76200">
            <a:solidFill>
              <a:srgbClr val="A03B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46C8D1-819D-83EB-E5C7-D2BBCE751E2C}"/>
              </a:ext>
            </a:extLst>
          </p:cNvPr>
          <p:cNvCxnSpPr/>
          <p:nvPr/>
        </p:nvCxnSpPr>
        <p:spPr>
          <a:xfrm flipV="1">
            <a:off x="5875984" y="2599611"/>
            <a:ext cx="1432328" cy="1430095"/>
          </a:xfrm>
          <a:prstGeom prst="line">
            <a:avLst/>
          </a:prstGeom>
          <a:ln w="76200">
            <a:solidFill>
              <a:srgbClr val="4263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BE507C-71F3-E405-F488-E9C93F71A1FF}"/>
              </a:ext>
            </a:extLst>
          </p:cNvPr>
          <p:cNvSpPr txBox="1"/>
          <p:nvPr/>
        </p:nvSpPr>
        <p:spPr>
          <a:xfrm>
            <a:off x="6287678" y="2856321"/>
            <a:ext cx="54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/>
                </a:solidFill>
              </a:rPr>
              <a:t>Y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1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AAC6-08F4-604E-1D34-F5E1C7E08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443B44-ECE8-5900-7EA0-24A41D12D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AC78E97-ABFE-3217-CDD6-1481596110B2}"/>
              </a:ext>
            </a:extLst>
          </p:cNvPr>
          <p:cNvSpPr/>
          <p:nvPr/>
        </p:nvSpPr>
        <p:spPr>
          <a:xfrm>
            <a:off x="3751584" y="2209366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5705F5-C86B-1082-704F-6F3EBFA82D4C}"/>
              </a:ext>
            </a:extLst>
          </p:cNvPr>
          <p:cNvSpPr/>
          <p:nvPr/>
        </p:nvSpPr>
        <p:spPr>
          <a:xfrm>
            <a:off x="5485739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5FA90D-55B2-A3ED-94DE-E1ABCE2F5F8D}"/>
              </a:ext>
            </a:extLst>
          </p:cNvPr>
          <p:cNvSpPr/>
          <p:nvPr/>
        </p:nvSpPr>
        <p:spPr>
          <a:xfrm>
            <a:off x="3751584" y="3962751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852E2C-366E-8E87-5A78-5C33C3DDC535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3C9D8B-8E00-9871-9CE5-FEBC47C1E410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C8B93B-52BD-64CB-E1DA-4CEBD7F41A08}"/>
              </a:ext>
            </a:extLst>
          </p:cNvPr>
          <p:cNvSpPr/>
          <p:nvPr/>
        </p:nvSpPr>
        <p:spPr>
          <a:xfrm>
            <a:off x="7241357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8C0993-A0AF-B85E-E7EB-BE65BBA62421}"/>
              </a:ext>
            </a:extLst>
          </p:cNvPr>
          <p:cNvCxnSpPr/>
          <p:nvPr/>
        </p:nvCxnSpPr>
        <p:spPr>
          <a:xfrm>
            <a:off x="5875984" y="2599611"/>
            <a:ext cx="1432328" cy="1430095"/>
          </a:xfrm>
          <a:prstGeom prst="line">
            <a:avLst/>
          </a:prstGeom>
          <a:ln w="76200">
            <a:solidFill>
              <a:srgbClr val="A03B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F8F3EF-076A-2431-64EA-98A0BEF0F7B6}"/>
              </a:ext>
            </a:extLst>
          </p:cNvPr>
          <p:cNvCxnSpPr/>
          <p:nvPr/>
        </p:nvCxnSpPr>
        <p:spPr>
          <a:xfrm flipV="1">
            <a:off x="5875984" y="2599611"/>
            <a:ext cx="1432328" cy="1430095"/>
          </a:xfrm>
          <a:prstGeom prst="line">
            <a:avLst/>
          </a:prstGeom>
          <a:ln w="76200">
            <a:solidFill>
              <a:srgbClr val="4263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952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EAF79ED-81DD-7104-5BB1-CF54EC3D6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CC0F208-B855-871D-66EA-708C0D3DAD50}"/>
              </a:ext>
            </a:extLst>
          </p:cNvPr>
          <p:cNvSpPr/>
          <p:nvPr/>
        </p:nvSpPr>
        <p:spPr>
          <a:xfrm>
            <a:off x="5485739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660D5F-ED3D-8B42-E8FF-C85425574DE0}"/>
              </a:ext>
            </a:extLst>
          </p:cNvPr>
          <p:cNvSpPr/>
          <p:nvPr/>
        </p:nvSpPr>
        <p:spPr>
          <a:xfrm>
            <a:off x="7241357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7421E0-D5DD-A3FC-B999-EADF47DD9630}"/>
              </a:ext>
            </a:extLst>
          </p:cNvPr>
          <p:cNvCxnSpPr/>
          <p:nvPr/>
        </p:nvCxnSpPr>
        <p:spPr>
          <a:xfrm>
            <a:off x="5875984" y="2599611"/>
            <a:ext cx="1432328" cy="14300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76FA9B-CB78-A43B-6780-964C22FEA940}"/>
              </a:ext>
            </a:extLst>
          </p:cNvPr>
          <p:cNvCxnSpPr/>
          <p:nvPr/>
        </p:nvCxnSpPr>
        <p:spPr>
          <a:xfrm>
            <a:off x="5886979" y="2610606"/>
            <a:ext cx="1432328" cy="1430095"/>
          </a:xfrm>
          <a:prstGeom prst="line">
            <a:avLst/>
          </a:prstGeom>
          <a:ln w="76200">
            <a:solidFill>
              <a:srgbClr val="A03B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2E43C6-8892-00AC-EB69-1ED26D6DD0E2}"/>
              </a:ext>
            </a:extLst>
          </p:cNvPr>
          <p:cNvSpPr txBox="1"/>
          <p:nvPr/>
        </p:nvSpPr>
        <p:spPr>
          <a:xfrm>
            <a:off x="6287678" y="2856321"/>
            <a:ext cx="54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/>
                </a:solidFill>
              </a:rPr>
              <a:t>X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50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F956B-383B-0A15-02AD-B14A47EC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62864F3-5E95-B9F5-3744-CAB82F795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5C9A60A-D42F-39FC-D038-647E09C2C33A}"/>
              </a:ext>
            </a:extLst>
          </p:cNvPr>
          <p:cNvSpPr/>
          <p:nvPr/>
        </p:nvSpPr>
        <p:spPr>
          <a:xfrm>
            <a:off x="5485739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127C8C-5824-E76A-3E6E-60353FF68E44}"/>
              </a:ext>
            </a:extLst>
          </p:cNvPr>
          <p:cNvSpPr/>
          <p:nvPr/>
        </p:nvSpPr>
        <p:spPr>
          <a:xfrm>
            <a:off x="7241357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397438-4EFD-6DE1-CFB7-47DC33207348}"/>
              </a:ext>
            </a:extLst>
          </p:cNvPr>
          <p:cNvCxnSpPr/>
          <p:nvPr/>
        </p:nvCxnSpPr>
        <p:spPr>
          <a:xfrm>
            <a:off x="5875984" y="2599611"/>
            <a:ext cx="1432328" cy="14300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B5B1133-CD30-BCE1-B6CE-E6BED5055D72}"/>
              </a:ext>
            </a:extLst>
          </p:cNvPr>
          <p:cNvSpPr/>
          <p:nvPr/>
        </p:nvSpPr>
        <p:spPr>
          <a:xfrm>
            <a:off x="3751584" y="2209366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201051-DE23-3236-BEBA-87884E794E7F}"/>
              </a:ext>
            </a:extLst>
          </p:cNvPr>
          <p:cNvSpPr/>
          <p:nvPr/>
        </p:nvSpPr>
        <p:spPr>
          <a:xfrm>
            <a:off x="3751584" y="3962751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1353B-1086-54B4-FB56-F3B3001599FB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6F6B6D-4770-6B4B-C9FC-80756B99814C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3B7298-FE41-0851-07FE-856E169939E5}"/>
              </a:ext>
            </a:extLst>
          </p:cNvPr>
          <p:cNvSpPr/>
          <p:nvPr/>
        </p:nvSpPr>
        <p:spPr>
          <a:xfrm>
            <a:off x="2018623" y="2210935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25106D-62BE-023E-33C8-FE96371FC3F4}"/>
              </a:ext>
            </a:extLst>
          </p:cNvPr>
          <p:cNvSpPr/>
          <p:nvPr/>
        </p:nvSpPr>
        <p:spPr>
          <a:xfrm>
            <a:off x="3753153" y="457549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7185F4-B05B-B200-1A2F-37AFC39D341F}"/>
              </a:ext>
            </a:extLst>
          </p:cNvPr>
          <p:cNvSpPr/>
          <p:nvPr/>
        </p:nvSpPr>
        <p:spPr>
          <a:xfrm>
            <a:off x="3753153" y="2210934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25A6D1-3890-1028-B1E3-A59B18DBFE01}"/>
              </a:ext>
            </a:extLst>
          </p:cNvPr>
          <p:cNvSpPr/>
          <p:nvPr/>
        </p:nvSpPr>
        <p:spPr>
          <a:xfrm>
            <a:off x="7241357" y="457549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D8219D-CE5C-2AA4-DE9B-F8F5BD64571A}"/>
              </a:ext>
            </a:extLst>
          </p:cNvPr>
          <p:cNvSpPr/>
          <p:nvPr/>
        </p:nvSpPr>
        <p:spPr>
          <a:xfrm>
            <a:off x="7241357" y="2210934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84AB16-B4FC-1B9D-D110-AECC664DFA01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141829" y="2599611"/>
            <a:ext cx="1410865" cy="14300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122207-0B6D-B65C-4CAA-55C0B5F6886B}"/>
              </a:ext>
            </a:extLst>
          </p:cNvPr>
          <p:cNvCxnSpPr>
            <a:cxnSpLocks/>
            <a:stCxn id="15" idx="3"/>
            <a:endCxn id="14" idx="7"/>
          </p:cNvCxnSpPr>
          <p:nvPr/>
        </p:nvCxnSpPr>
        <p:spPr>
          <a:xfrm flipH="1">
            <a:off x="2408868" y="847794"/>
            <a:ext cx="1411240" cy="14300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E4E2BD-6219-DFD3-31F1-D5ABFC512C7D}"/>
              </a:ext>
            </a:extLst>
          </p:cNvPr>
          <p:cNvCxnSpPr>
            <a:cxnSpLocks/>
            <a:stCxn id="17" idx="3"/>
            <a:endCxn id="3" idx="7"/>
          </p:cNvCxnSpPr>
          <p:nvPr/>
        </p:nvCxnSpPr>
        <p:spPr>
          <a:xfrm flipH="1">
            <a:off x="5875984" y="847794"/>
            <a:ext cx="1432328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4B48AA-A132-2BAC-61B0-EC0D1992CBA1}"/>
              </a:ext>
            </a:extLst>
          </p:cNvPr>
          <p:cNvCxnSpPr>
            <a:cxnSpLocks/>
            <a:stCxn id="15" idx="5"/>
            <a:endCxn id="3" idx="1"/>
          </p:cNvCxnSpPr>
          <p:nvPr/>
        </p:nvCxnSpPr>
        <p:spPr>
          <a:xfrm>
            <a:off x="4143398" y="847794"/>
            <a:ext cx="1409296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67AE1A-59D7-E862-D1A9-043F009E904F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2408868" y="2601180"/>
            <a:ext cx="1409671" cy="14285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1ACCE5-F054-289C-08DF-1529F8E234DB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4141829" y="4352996"/>
            <a:ext cx="1269157" cy="129366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E0B99B-5091-6B69-1C5D-49E1B665D847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6017692" y="4352996"/>
            <a:ext cx="1290620" cy="122767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D6BEFB8-ABB8-ECC5-ED43-EE6E8F4B34FD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7631602" y="2790334"/>
            <a:ext cx="1210740" cy="123937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7251469-AC40-372F-E985-070E1A6EE0F3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7631602" y="847794"/>
            <a:ext cx="1409296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E5D8BB1-5724-5F39-2465-4050FF81B3BD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7631602" y="4352996"/>
            <a:ext cx="1440410" cy="14633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1DC261-8F36-3BE5-3A0F-C6BCB3A68C38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474629" y="4352996"/>
            <a:ext cx="1343910" cy="129366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185DBA9-C91E-5CC1-7B63-8C871108C287}"/>
              </a:ext>
            </a:extLst>
          </p:cNvPr>
          <p:cNvSpPr/>
          <p:nvPr/>
        </p:nvSpPr>
        <p:spPr>
          <a:xfrm>
            <a:off x="2408868" y="5458120"/>
            <a:ext cx="6663144" cy="763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DCEF48-7EB6-4B22-DB2C-5649FB4A7721}"/>
              </a:ext>
            </a:extLst>
          </p:cNvPr>
          <p:cNvSpPr/>
          <p:nvPr/>
        </p:nvSpPr>
        <p:spPr>
          <a:xfrm>
            <a:off x="8606731" y="1178352"/>
            <a:ext cx="1394106" cy="46379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29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6592D-1AEA-1250-3736-1B0D10ED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35FEA19-69D1-10CD-62AF-67146253A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04FD7A1-532A-DF63-17BA-B0FB57134604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E92596-805C-2548-2D0B-BBE008A44ABD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F383F0-3699-EBA3-90A5-3AC91AEDDC75}"/>
              </a:ext>
            </a:extLst>
          </p:cNvPr>
          <p:cNvCxnSpPr/>
          <p:nvPr/>
        </p:nvCxnSpPr>
        <p:spPr>
          <a:xfrm flipV="1">
            <a:off x="5875984" y="2599611"/>
            <a:ext cx="1432328" cy="14300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6C19E2-06FD-E0F1-4981-11C7249EE958}"/>
              </a:ext>
            </a:extLst>
          </p:cNvPr>
          <p:cNvSpPr txBox="1"/>
          <p:nvPr/>
        </p:nvSpPr>
        <p:spPr>
          <a:xfrm>
            <a:off x="6287678" y="2856321"/>
            <a:ext cx="54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/>
                </a:solidFill>
              </a:rPr>
              <a:t>Z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20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AF59-AD26-1BE2-6EFD-18EC97BF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7CE2596-C342-DFE1-4B63-FDBE1DCE9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1B7C7B5-7DE3-4D93-823B-0939F9B73AC9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000B0A-913B-4E94-AEBD-AB135BEB4323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860F167-FC94-AA56-1B65-BCAA88AF5593}"/>
              </a:ext>
            </a:extLst>
          </p:cNvPr>
          <p:cNvCxnSpPr/>
          <p:nvPr/>
        </p:nvCxnSpPr>
        <p:spPr>
          <a:xfrm flipV="1">
            <a:off x="5875984" y="2599611"/>
            <a:ext cx="1432328" cy="14300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78A2FF-7DC5-6B7B-4D36-A0FD37171355}"/>
              </a:ext>
            </a:extLst>
          </p:cNvPr>
          <p:cNvCxnSpPr/>
          <p:nvPr/>
        </p:nvCxnSpPr>
        <p:spPr>
          <a:xfrm flipV="1">
            <a:off x="5904236" y="2575561"/>
            <a:ext cx="1432328" cy="1430095"/>
          </a:xfrm>
          <a:prstGeom prst="line">
            <a:avLst/>
          </a:prstGeom>
          <a:ln w="76200">
            <a:solidFill>
              <a:srgbClr val="4263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74353E-6843-1118-8864-188A54CE8E5D}"/>
              </a:ext>
            </a:extLst>
          </p:cNvPr>
          <p:cNvSpPr txBox="1"/>
          <p:nvPr/>
        </p:nvSpPr>
        <p:spPr>
          <a:xfrm>
            <a:off x="6287678" y="2856321"/>
            <a:ext cx="54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/>
                </a:solidFill>
              </a:rPr>
              <a:t>Z</a:t>
            </a: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86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D1B7-15FE-116D-B071-F1F04C87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0268ECF-A52F-F034-772F-619D728742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524" t="5390" r="33344" b="51131"/>
          <a:stretch>
            <a:fillRect/>
          </a:stretch>
        </p:blipFill>
        <p:spPr>
          <a:xfrm>
            <a:off x="2884602" y="1348033"/>
            <a:ext cx="5778631" cy="411008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1F676F5-073C-2289-4950-29B879A03D2D}"/>
              </a:ext>
            </a:extLst>
          </p:cNvPr>
          <p:cNvSpPr/>
          <p:nvPr/>
        </p:nvSpPr>
        <p:spPr>
          <a:xfrm>
            <a:off x="5485739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B6C11A-525A-B6C5-3A83-632DA3343B01}"/>
              </a:ext>
            </a:extLst>
          </p:cNvPr>
          <p:cNvSpPr/>
          <p:nvPr/>
        </p:nvSpPr>
        <p:spPr>
          <a:xfrm>
            <a:off x="7241357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4F8384-EC2B-01AD-07D6-185489C78149}"/>
              </a:ext>
            </a:extLst>
          </p:cNvPr>
          <p:cNvSpPr/>
          <p:nvPr/>
        </p:nvSpPr>
        <p:spPr>
          <a:xfrm>
            <a:off x="3751584" y="2209366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476779-73D3-B772-F6D5-82C7DA2F1327}"/>
              </a:ext>
            </a:extLst>
          </p:cNvPr>
          <p:cNvSpPr/>
          <p:nvPr/>
        </p:nvSpPr>
        <p:spPr>
          <a:xfrm>
            <a:off x="3751584" y="3962751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EC9665-B8E2-B3B2-5EF4-8EDB102A7AAE}"/>
              </a:ext>
            </a:extLst>
          </p:cNvPr>
          <p:cNvSpPr/>
          <p:nvPr/>
        </p:nvSpPr>
        <p:spPr>
          <a:xfrm>
            <a:off x="5485739" y="396275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9834B3-8331-84C0-F63F-644037F89F3F}"/>
              </a:ext>
            </a:extLst>
          </p:cNvPr>
          <p:cNvSpPr/>
          <p:nvPr/>
        </p:nvSpPr>
        <p:spPr>
          <a:xfrm>
            <a:off x="7241357" y="220936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64D422-CBB4-1E38-9B99-1BFB5598BD79}"/>
              </a:ext>
            </a:extLst>
          </p:cNvPr>
          <p:cNvSpPr/>
          <p:nvPr/>
        </p:nvSpPr>
        <p:spPr>
          <a:xfrm>
            <a:off x="5468830" y="457549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D1003B-4673-445B-897B-D8CE0F0F8209}"/>
              </a:ext>
            </a:extLst>
          </p:cNvPr>
          <p:cNvSpPr/>
          <p:nvPr/>
        </p:nvSpPr>
        <p:spPr>
          <a:xfrm>
            <a:off x="3753153" y="2210934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D539AF-09B4-21BC-6091-F8BCBEF285D8}"/>
              </a:ext>
            </a:extLst>
          </p:cNvPr>
          <p:cNvSpPr/>
          <p:nvPr/>
        </p:nvSpPr>
        <p:spPr>
          <a:xfrm>
            <a:off x="2018623" y="3972178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3763F7-EE26-1982-761C-CB3E7250EE9F}"/>
              </a:ext>
            </a:extLst>
          </p:cNvPr>
          <p:cNvSpPr/>
          <p:nvPr/>
        </p:nvSpPr>
        <p:spPr>
          <a:xfrm>
            <a:off x="7241357" y="2210934"/>
            <a:ext cx="457200" cy="457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040845-0D68-1D0A-E75A-A6E5DCC147F0}"/>
              </a:ext>
            </a:extLst>
          </p:cNvPr>
          <p:cNvCxnSpPr>
            <a:cxnSpLocks/>
            <a:stCxn id="15" idx="5"/>
            <a:endCxn id="9" idx="1"/>
          </p:cNvCxnSpPr>
          <p:nvPr/>
        </p:nvCxnSpPr>
        <p:spPr>
          <a:xfrm>
            <a:off x="5859075" y="847794"/>
            <a:ext cx="1449237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6F74B-44F2-7186-2740-8E82E1A932BB}"/>
              </a:ext>
            </a:extLst>
          </p:cNvPr>
          <p:cNvCxnSpPr>
            <a:cxnSpLocks/>
            <a:stCxn id="15" idx="3"/>
            <a:endCxn id="16" idx="7"/>
          </p:cNvCxnSpPr>
          <p:nvPr/>
        </p:nvCxnSpPr>
        <p:spPr>
          <a:xfrm flipH="1">
            <a:off x="4143398" y="847794"/>
            <a:ext cx="1392387" cy="14300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8760E9-809A-F63C-DBB0-CCA67DAEBBD6}"/>
              </a:ext>
            </a:extLst>
          </p:cNvPr>
          <p:cNvCxnSpPr>
            <a:cxnSpLocks/>
            <a:stCxn id="9" idx="3"/>
            <a:endCxn id="8" idx="7"/>
          </p:cNvCxnSpPr>
          <p:nvPr/>
        </p:nvCxnSpPr>
        <p:spPr>
          <a:xfrm flipH="1">
            <a:off x="5875984" y="2599611"/>
            <a:ext cx="1432328" cy="14300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641E60C-00B5-67B4-6210-2080D7614EC9}"/>
              </a:ext>
            </a:extLst>
          </p:cNvPr>
          <p:cNvCxnSpPr>
            <a:cxnSpLocks/>
            <a:stCxn id="16" idx="5"/>
            <a:endCxn id="8" idx="1"/>
          </p:cNvCxnSpPr>
          <p:nvPr/>
        </p:nvCxnSpPr>
        <p:spPr>
          <a:xfrm>
            <a:off x="4143398" y="2601179"/>
            <a:ext cx="1409296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BBAD56-A8A7-F2A3-1C4B-DFDCA154F4B0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2408868" y="2601179"/>
            <a:ext cx="1411240" cy="14379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F50E5A-1628-7403-4EC5-3147B42A51C5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2408868" y="4362423"/>
            <a:ext cx="1411240" cy="14285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5F6159-7737-2578-43BD-CD5E511F2AE2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4109385" y="4352996"/>
            <a:ext cx="1443309" cy="14284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9C27C52-E750-984B-FB49-A3B5E88623A3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5875984" y="4352996"/>
            <a:ext cx="1432328" cy="14284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57AC1CD-2982-EA6B-C217-59F644509186}"/>
              </a:ext>
            </a:extLst>
          </p:cNvPr>
          <p:cNvCxnSpPr>
            <a:cxnSpLocks/>
            <a:stCxn id="18" idx="5"/>
          </p:cNvCxnSpPr>
          <p:nvPr/>
        </p:nvCxnSpPr>
        <p:spPr>
          <a:xfrm>
            <a:off x="7631602" y="2601179"/>
            <a:ext cx="1421876" cy="14379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B250208-ECE5-8D4D-9892-833A4EA0D1C9}"/>
              </a:ext>
            </a:extLst>
          </p:cNvPr>
          <p:cNvCxnSpPr>
            <a:cxnSpLocks/>
            <a:endCxn id="18" idx="7"/>
          </p:cNvCxnSpPr>
          <p:nvPr/>
        </p:nvCxnSpPr>
        <p:spPr>
          <a:xfrm flipH="1">
            <a:off x="7631602" y="846618"/>
            <a:ext cx="1440410" cy="14312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DB800C7-1423-C582-5C3E-16BEC30F4AB8}"/>
              </a:ext>
            </a:extLst>
          </p:cNvPr>
          <p:cNvSpPr/>
          <p:nvPr/>
        </p:nvSpPr>
        <p:spPr>
          <a:xfrm>
            <a:off x="2408868" y="5458120"/>
            <a:ext cx="6663144" cy="763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36E06C7-C466-0C6E-E731-F232FAE20498}"/>
              </a:ext>
            </a:extLst>
          </p:cNvPr>
          <p:cNvSpPr/>
          <p:nvPr/>
        </p:nvSpPr>
        <p:spPr>
          <a:xfrm>
            <a:off x="8606731" y="636309"/>
            <a:ext cx="1394106" cy="5180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61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8A2251BD-AC91-D79A-F695-F89157C7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134"/>
            <a:ext cx="3316184" cy="2361415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2E09085B-E10F-BA61-041F-81C767DEE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33" y="1657989"/>
            <a:ext cx="2755462" cy="1962131"/>
          </a:xfrm>
          <a:prstGeom prst="rect">
            <a:avLst/>
          </a:prstGeom>
        </p:spPr>
      </p:pic>
      <p:pic>
        <p:nvPicPr>
          <p:cNvPr id="7" name="Picture 6" descr="A close-up of a pattern&#10;&#10;AI-generated content may be incorrect.">
            <a:extLst>
              <a:ext uri="{FF2B5EF4-FFF2-40B4-BE49-F238E27FC236}">
                <a16:creationId xmlns:a16="http://schemas.microsoft.com/office/drawing/2014/main" id="{D14601E1-6AD3-FE0A-9957-ED81E1EDAF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846" b="13594"/>
          <a:stretch>
            <a:fillRect/>
          </a:stretch>
        </p:blipFill>
        <p:spPr>
          <a:xfrm>
            <a:off x="8637735" y="1214970"/>
            <a:ext cx="3168305" cy="2405150"/>
          </a:xfrm>
          <a:prstGeom prst="rect">
            <a:avLst/>
          </a:prstGeom>
        </p:spPr>
      </p:pic>
      <p:pic>
        <p:nvPicPr>
          <p:cNvPr id="9" name="Picture 8" descr="A blue and red squares with white circles and a black line&#10;&#10;AI-generated content may be incorrect.">
            <a:extLst>
              <a:ext uri="{FF2B5EF4-FFF2-40B4-BE49-F238E27FC236}">
                <a16:creationId xmlns:a16="http://schemas.microsoft.com/office/drawing/2014/main" id="{BC2DECF7-31E5-CC78-C03A-35B771E3B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433" y="4633564"/>
            <a:ext cx="2755462" cy="1962131"/>
          </a:xfrm>
          <a:prstGeom prst="rect">
            <a:avLst/>
          </a:prstGeom>
        </p:spPr>
      </p:pic>
      <p:pic>
        <p:nvPicPr>
          <p:cNvPr id="11" name="Picture 10" descr="A close-up of a pattern&#10;&#10;AI-generated content may be incorrect.">
            <a:extLst>
              <a:ext uri="{FF2B5EF4-FFF2-40B4-BE49-F238E27FC236}">
                <a16:creationId xmlns:a16="http://schemas.microsoft.com/office/drawing/2014/main" id="{BAA810C0-3C8C-1431-820F-051D696EDB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8668" b="12560"/>
          <a:stretch>
            <a:fillRect/>
          </a:stretch>
        </p:blipFill>
        <p:spPr>
          <a:xfrm>
            <a:off x="8637734" y="4137155"/>
            <a:ext cx="3168305" cy="245854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E9CD3D-9E63-0B68-787E-FFB9620067DF}"/>
              </a:ext>
            </a:extLst>
          </p:cNvPr>
          <p:cNvSpPr/>
          <p:nvPr/>
        </p:nvSpPr>
        <p:spPr>
          <a:xfrm>
            <a:off x="644247" y="345741"/>
            <a:ext cx="2027689" cy="688755"/>
          </a:xfrm>
          <a:prstGeom prst="roundRect">
            <a:avLst/>
          </a:prstGeom>
          <a:solidFill>
            <a:srgbClr val="D28483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Initial syndrome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48BFD4-0463-8A3B-F70E-77789F168DB4}"/>
              </a:ext>
            </a:extLst>
          </p:cNvPr>
          <p:cNvSpPr/>
          <p:nvPr/>
        </p:nvSpPr>
        <p:spPr>
          <a:xfrm>
            <a:off x="5188319" y="345741"/>
            <a:ext cx="2027689" cy="688755"/>
          </a:xfrm>
          <a:prstGeom prst="roundRect">
            <a:avLst/>
          </a:prstGeom>
          <a:solidFill>
            <a:srgbClr val="D28483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Decomposition contribution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728876-86E7-629B-4948-F25DAB6A8A08}"/>
              </a:ext>
            </a:extLst>
          </p:cNvPr>
          <p:cNvSpPr/>
          <p:nvPr/>
        </p:nvSpPr>
        <p:spPr>
          <a:xfrm>
            <a:off x="9407393" y="345740"/>
            <a:ext cx="2027689" cy="688755"/>
          </a:xfrm>
          <a:prstGeom prst="roundRect">
            <a:avLst/>
          </a:prstGeom>
          <a:solidFill>
            <a:srgbClr val="D28483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Edge weight adjustment</a:t>
            </a: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C44C4FCF-06FF-0E29-0C58-C6588B9414EA}"/>
              </a:ext>
            </a:extLst>
          </p:cNvPr>
          <p:cNvSpPr/>
          <p:nvPr/>
        </p:nvSpPr>
        <p:spPr>
          <a:xfrm>
            <a:off x="2604468" y="2153250"/>
            <a:ext cx="2027689" cy="528589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05FA102D-D0AE-0120-9827-857FD7F92E96}"/>
              </a:ext>
            </a:extLst>
          </p:cNvPr>
          <p:cNvSpPr/>
          <p:nvPr/>
        </p:nvSpPr>
        <p:spPr>
          <a:xfrm flipV="1">
            <a:off x="2604467" y="5614629"/>
            <a:ext cx="2027689" cy="495261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F7439BD-0AC5-B908-E3F8-B730485D445D}"/>
              </a:ext>
            </a:extLst>
          </p:cNvPr>
          <p:cNvSpPr/>
          <p:nvPr/>
        </p:nvSpPr>
        <p:spPr>
          <a:xfrm>
            <a:off x="7808025" y="2140415"/>
            <a:ext cx="601579" cy="27712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9B8407F-D2F3-3CBB-2875-65ED639FD2B6}"/>
              </a:ext>
            </a:extLst>
          </p:cNvPr>
          <p:cNvSpPr/>
          <p:nvPr/>
        </p:nvSpPr>
        <p:spPr>
          <a:xfrm>
            <a:off x="7808025" y="5862259"/>
            <a:ext cx="601579" cy="27712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F1ACB-99FB-8457-9D18-FAF425F5A7C6}"/>
              </a:ext>
            </a:extLst>
          </p:cNvPr>
          <p:cNvSpPr txBox="1"/>
          <p:nvPr/>
        </p:nvSpPr>
        <p:spPr>
          <a:xfrm>
            <a:off x="3015165" y="1771083"/>
            <a:ext cx="120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E64D1-08C3-A783-9C13-47E411895E87}"/>
              </a:ext>
            </a:extLst>
          </p:cNvPr>
          <p:cNvSpPr txBox="1"/>
          <p:nvPr/>
        </p:nvSpPr>
        <p:spPr>
          <a:xfrm>
            <a:off x="3015165" y="5492927"/>
            <a:ext cx="1214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X-memory</a:t>
            </a:r>
          </a:p>
        </p:txBody>
      </p:sp>
    </p:spTree>
    <p:extLst>
      <p:ext uri="{BB962C8B-B14F-4D97-AF65-F5344CB8AC3E}">
        <p14:creationId xmlns:p14="http://schemas.microsoft.com/office/powerpoint/2010/main" val="1335487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42DC-E2D3-8EFD-F128-6253510C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37EE-663F-C702-06B4-01CCF75C6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Fig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5E62F-A017-B97F-CA51-BB4B1B3F6E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04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D794FC-C74A-0678-1FD5-663AA742D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222" b="12456"/>
          <a:stretch>
            <a:fillRect/>
          </a:stretch>
        </p:blipFill>
        <p:spPr>
          <a:xfrm>
            <a:off x="3086100" y="222583"/>
            <a:ext cx="6019800" cy="600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5CD478D-D567-21D9-90A0-66DF91ABBB45}"/>
              </a:ext>
            </a:extLst>
          </p:cNvPr>
          <p:cNvSpPr/>
          <p:nvPr/>
        </p:nvSpPr>
        <p:spPr>
          <a:xfrm>
            <a:off x="2372397" y="2995863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767B6E-B6F7-0BE5-D45C-BCEF7F361D29}"/>
              </a:ext>
            </a:extLst>
          </p:cNvPr>
          <p:cNvSpPr/>
          <p:nvPr/>
        </p:nvSpPr>
        <p:spPr>
          <a:xfrm>
            <a:off x="9799283" y="2995861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B0B01F-9DD3-925F-62F5-3401FAD0DE5B}"/>
              </a:ext>
            </a:extLst>
          </p:cNvPr>
          <p:cNvSpPr/>
          <p:nvPr/>
        </p:nvSpPr>
        <p:spPr>
          <a:xfrm>
            <a:off x="6393475" y="217422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2EA040-1679-93EA-FC55-5433F1E0A148}"/>
              </a:ext>
            </a:extLst>
          </p:cNvPr>
          <p:cNvSpPr/>
          <p:nvPr/>
        </p:nvSpPr>
        <p:spPr>
          <a:xfrm>
            <a:off x="4597806" y="308200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488E0F-6689-0075-88A9-9AF1E42DC410}"/>
              </a:ext>
            </a:extLst>
          </p:cNvPr>
          <p:cNvCxnSpPr>
            <a:cxnSpLocks/>
            <a:stCxn id="9" idx="6"/>
            <a:endCxn id="20" idx="3"/>
          </p:cNvCxnSpPr>
          <p:nvPr/>
        </p:nvCxnSpPr>
        <p:spPr>
          <a:xfrm flipV="1">
            <a:off x="5055006" y="2929323"/>
            <a:ext cx="621987" cy="3812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5E57A1-F26A-AB93-F8EC-94350918AC96}"/>
              </a:ext>
            </a:extLst>
          </p:cNvPr>
          <p:cNvCxnSpPr>
            <a:cxnSpLocks/>
            <a:stCxn id="20" idx="7"/>
            <a:endCxn id="8" idx="2"/>
          </p:cNvCxnSpPr>
          <p:nvPr/>
        </p:nvCxnSpPr>
        <p:spPr>
          <a:xfrm flipV="1">
            <a:off x="5806309" y="2402827"/>
            <a:ext cx="587166" cy="3971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89A596E-AE63-5B09-40CB-782E67704AEB}"/>
              </a:ext>
            </a:extLst>
          </p:cNvPr>
          <p:cNvSpPr/>
          <p:nvPr/>
        </p:nvSpPr>
        <p:spPr>
          <a:xfrm>
            <a:off x="5650211" y="2773225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FD6DB5-EE93-6223-ADAF-2FDBEAF1C489}"/>
              </a:ext>
            </a:extLst>
          </p:cNvPr>
          <p:cNvSpPr/>
          <p:nvPr/>
        </p:nvSpPr>
        <p:spPr>
          <a:xfrm>
            <a:off x="3834663" y="367105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C5D9AC0-0ACB-B510-E76F-937A1E1B73F0}"/>
              </a:ext>
            </a:extLst>
          </p:cNvPr>
          <p:cNvSpPr/>
          <p:nvPr/>
        </p:nvSpPr>
        <p:spPr>
          <a:xfrm>
            <a:off x="7441463" y="188035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2BEE2A5-D6F5-8859-906D-ED2D4E4B9916}"/>
              </a:ext>
            </a:extLst>
          </p:cNvPr>
          <p:cNvSpPr/>
          <p:nvPr/>
        </p:nvSpPr>
        <p:spPr>
          <a:xfrm>
            <a:off x="8355863" y="141680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26FBF4-4539-4F29-6FFB-F5794EA79E02}"/>
              </a:ext>
            </a:extLst>
          </p:cNvPr>
          <p:cNvCxnSpPr>
            <a:cxnSpLocks/>
            <a:stCxn id="8" idx="6"/>
            <a:endCxn id="25" idx="3"/>
          </p:cNvCxnSpPr>
          <p:nvPr/>
        </p:nvCxnSpPr>
        <p:spPr>
          <a:xfrm flipV="1">
            <a:off x="6850675" y="2036457"/>
            <a:ext cx="617570" cy="36637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4FE08A-6526-DEA9-2382-3CD09DDB8A46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7597561" y="1572907"/>
            <a:ext cx="785084" cy="33423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FF188E-AD4E-23D3-0BB3-3FE18320003F}"/>
              </a:ext>
            </a:extLst>
          </p:cNvPr>
          <p:cNvCxnSpPr>
            <a:cxnSpLocks/>
            <a:stCxn id="26" idx="5"/>
            <a:endCxn id="5" idx="1"/>
          </p:cNvCxnSpPr>
          <p:nvPr/>
        </p:nvCxnSpPr>
        <p:spPr>
          <a:xfrm>
            <a:off x="8511961" y="1572907"/>
            <a:ext cx="1314104" cy="1449736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9669FEF-E444-80BE-F37F-D2E7993809CB}"/>
              </a:ext>
            </a:extLst>
          </p:cNvPr>
          <p:cNvCxnSpPr>
            <a:cxnSpLocks/>
            <a:stCxn id="23" idx="7"/>
            <a:endCxn id="9" idx="2"/>
          </p:cNvCxnSpPr>
          <p:nvPr/>
        </p:nvCxnSpPr>
        <p:spPr>
          <a:xfrm flipV="1">
            <a:off x="3990761" y="3310601"/>
            <a:ext cx="607045" cy="38724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543D06-EFE3-23EA-7F23-1F6F416527F0}"/>
              </a:ext>
            </a:extLst>
          </p:cNvPr>
          <p:cNvCxnSpPr>
            <a:cxnSpLocks/>
            <a:stCxn id="23" idx="2"/>
            <a:endCxn id="4" idx="5"/>
          </p:cNvCxnSpPr>
          <p:nvPr/>
        </p:nvCxnSpPr>
        <p:spPr>
          <a:xfrm flipH="1" flipV="1">
            <a:off x="2528495" y="3151961"/>
            <a:ext cx="1306168" cy="610538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148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2A4E-D722-DBBE-E71D-BC1C8E23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01A402-F6D8-8AFE-908B-1A57D9416B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222" b="12456"/>
          <a:stretch>
            <a:fillRect/>
          </a:stretch>
        </p:blipFill>
        <p:spPr>
          <a:xfrm>
            <a:off x="3086100" y="222583"/>
            <a:ext cx="6019800" cy="600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8A52DD9-D4B5-527A-7C28-EDD97AF2216C}"/>
              </a:ext>
            </a:extLst>
          </p:cNvPr>
          <p:cNvSpPr/>
          <p:nvPr/>
        </p:nvSpPr>
        <p:spPr>
          <a:xfrm>
            <a:off x="2372397" y="2995863"/>
            <a:ext cx="182880" cy="18288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DE037D-C2C6-96CD-C666-B8FECF56F867}"/>
              </a:ext>
            </a:extLst>
          </p:cNvPr>
          <p:cNvSpPr/>
          <p:nvPr/>
        </p:nvSpPr>
        <p:spPr>
          <a:xfrm>
            <a:off x="9799283" y="2995861"/>
            <a:ext cx="182880" cy="18288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FBD542-3A16-ACAE-7AFC-C5DD268FDD51}"/>
              </a:ext>
            </a:extLst>
          </p:cNvPr>
          <p:cNvSpPr/>
          <p:nvPr/>
        </p:nvSpPr>
        <p:spPr>
          <a:xfrm>
            <a:off x="6393475" y="2174227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92F7F6-887F-0F4A-5458-FC303F8FD84E}"/>
              </a:ext>
            </a:extLst>
          </p:cNvPr>
          <p:cNvSpPr/>
          <p:nvPr/>
        </p:nvSpPr>
        <p:spPr>
          <a:xfrm>
            <a:off x="4597806" y="3082001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3B9A9-B220-83FB-7A05-2545FE79E7EC}"/>
              </a:ext>
            </a:extLst>
          </p:cNvPr>
          <p:cNvCxnSpPr>
            <a:cxnSpLocks/>
            <a:stCxn id="9" idx="6"/>
            <a:endCxn id="20" idx="3"/>
          </p:cNvCxnSpPr>
          <p:nvPr/>
        </p:nvCxnSpPr>
        <p:spPr>
          <a:xfrm flipV="1">
            <a:off x="5055006" y="2929323"/>
            <a:ext cx="621987" cy="381278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2671FA-D5CD-54A0-9AEC-4C7A839F6E8D}"/>
              </a:ext>
            </a:extLst>
          </p:cNvPr>
          <p:cNvCxnSpPr>
            <a:cxnSpLocks/>
            <a:stCxn id="20" idx="7"/>
            <a:endCxn id="8" idx="2"/>
          </p:cNvCxnSpPr>
          <p:nvPr/>
        </p:nvCxnSpPr>
        <p:spPr>
          <a:xfrm flipV="1">
            <a:off x="5806309" y="2402827"/>
            <a:ext cx="587166" cy="39718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2F4B053-BE99-0E50-58F0-5459213A6051}"/>
              </a:ext>
            </a:extLst>
          </p:cNvPr>
          <p:cNvSpPr/>
          <p:nvPr/>
        </p:nvSpPr>
        <p:spPr>
          <a:xfrm>
            <a:off x="5650211" y="2773225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6969C3-C716-D297-5E60-B2DD28C988C2}"/>
              </a:ext>
            </a:extLst>
          </p:cNvPr>
          <p:cNvSpPr/>
          <p:nvPr/>
        </p:nvSpPr>
        <p:spPr>
          <a:xfrm>
            <a:off x="3834663" y="367105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A4828FA-FAC4-A163-0A88-A8663A2D3872}"/>
              </a:ext>
            </a:extLst>
          </p:cNvPr>
          <p:cNvSpPr/>
          <p:nvPr/>
        </p:nvSpPr>
        <p:spPr>
          <a:xfrm>
            <a:off x="7441463" y="188035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390312-C193-C2C6-9EA2-0EE18389B265}"/>
              </a:ext>
            </a:extLst>
          </p:cNvPr>
          <p:cNvSpPr/>
          <p:nvPr/>
        </p:nvSpPr>
        <p:spPr>
          <a:xfrm>
            <a:off x="8355863" y="1416809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9BE005-6055-564D-1953-F43593D800F1}"/>
              </a:ext>
            </a:extLst>
          </p:cNvPr>
          <p:cNvCxnSpPr>
            <a:cxnSpLocks/>
            <a:stCxn id="8" idx="6"/>
            <a:endCxn id="25" idx="3"/>
          </p:cNvCxnSpPr>
          <p:nvPr/>
        </p:nvCxnSpPr>
        <p:spPr>
          <a:xfrm flipV="1">
            <a:off x="6850675" y="2036457"/>
            <a:ext cx="617570" cy="366370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3FF6BE-7F1E-88C6-7116-258E2835FB8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7597561" y="1572907"/>
            <a:ext cx="785084" cy="334234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C81373-02D5-707C-ABFF-D758AD85A7F9}"/>
              </a:ext>
            </a:extLst>
          </p:cNvPr>
          <p:cNvCxnSpPr>
            <a:cxnSpLocks/>
            <a:stCxn id="26" idx="5"/>
            <a:endCxn id="5" idx="1"/>
          </p:cNvCxnSpPr>
          <p:nvPr/>
        </p:nvCxnSpPr>
        <p:spPr>
          <a:xfrm>
            <a:off x="8511961" y="1572907"/>
            <a:ext cx="1314104" cy="1449736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BA03549-78BE-715B-7B01-52577BF8E5B5}"/>
              </a:ext>
            </a:extLst>
          </p:cNvPr>
          <p:cNvCxnSpPr>
            <a:cxnSpLocks/>
            <a:stCxn id="23" idx="7"/>
            <a:endCxn id="9" idx="2"/>
          </p:cNvCxnSpPr>
          <p:nvPr/>
        </p:nvCxnSpPr>
        <p:spPr>
          <a:xfrm flipV="1">
            <a:off x="3990761" y="3310601"/>
            <a:ext cx="607045" cy="387240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8D561F-297A-153D-8DB1-F769F4B4CF79}"/>
              </a:ext>
            </a:extLst>
          </p:cNvPr>
          <p:cNvCxnSpPr>
            <a:cxnSpLocks/>
            <a:stCxn id="23" idx="2"/>
            <a:endCxn id="4" idx="5"/>
          </p:cNvCxnSpPr>
          <p:nvPr/>
        </p:nvCxnSpPr>
        <p:spPr>
          <a:xfrm flipH="1" flipV="1">
            <a:off x="2528495" y="3151961"/>
            <a:ext cx="1306168" cy="610538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443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0F6FA1B0-ADCD-0C18-20A6-0D52AAF5B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66" y="1345565"/>
            <a:ext cx="5285670" cy="4166870"/>
          </a:xfrm>
          <a:prstGeom prst="rect">
            <a:avLst/>
          </a:prstGeom>
        </p:spPr>
      </p:pic>
      <p:pic>
        <p:nvPicPr>
          <p:cNvPr id="5" name="Picture 4" descr="A graph on a red and blue checkered surface&#10;&#10;AI-generated content may be incorrect.">
            <a:extLst>
              <a:ext uri="{FF2B5EF4-FFF2-40B4-BE49-F238E27FC236}">
                <a16:creationId xmlns:a16="http://schemas.microsoft.com/office/drawing/2014/main" id="{9D2DDDDF-0377-16C0-1B6F-FAFFCB901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5565"/>
            <a:ext cx="5285670" cy="416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41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8AE0C4-DB2B-DD3C-CF00-9B0FC363AA83}"/>
              </a:ext>
            </a:extLst>
          </p:cNvPr>
          <p:cNvSpPr>
            <a:spLocks noChangeAspect="1"/>
          </p:cNvSpPr>
          <p:nvPr/>
        </p:nvSpPr>
        <p:spPr>
          <a:xfrm>
            <a:off x="3074397" y="2034608"/>
            <a:ext cx="2505456" cy="1250065"/>
          </a:xfrm>
          <a:prstGeom prst="rect">
            <a:avLst/>
          </a:prstGeom>
          <a:solidFill>
            <a:srgbClr val="D18383"/>
          </a:solidFill>
          <a:ln>
            <a:solidFill>
              <a:srgbClr val="D183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DD8663-DF2A-7B3E-5973-32CA72C01057}"/>
              </a:ext>
            </a:extLst>
          </p:cNvPr>
          <p:cNvSpPr>
            <a:spLocks noChangeAspect="1"/>
          </p:cNvSpPr>
          <p:nvPr/>
        </p:nvSpPr>
        <p:spPr>
          <a:xfrm flipV="1">
            <a:off x="2954335" y="1939308"/>
            <a:ext cx="461780" cy="457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16F98F-8CE0-0161-77D5-F1E411C7CAF2}"/>
              </a:ext>
            </a:extLst>
          </p:cNvPr>
          <p:cNvSpPr>
            <a:spLocks noChangeAspect="1"/>
          </p:cNvSpPr>
          <p:nvPr/>
        </p:nvSpPr>
        <p:spPr>
          <a:xfrm flipV="1">
            <a:off x="4215976" y="1939308"/>
            <a:ext cx="240126" cy="23774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CEEF2E-28CB-CABC-FB00-8F05A116B3D9}"/>
              </a:ext>
            </a:extLst>
          </p:cNvPr>
          <p:cNvSpPr>
            <a:spLocks noChangeAspect="1"/>
          </p:cNvSpPr>
          <p:nvPr/>
        </p:nvSpPr>
        <p:spPr>
          <a:xfrm flipV="1">
            <a:off x="2954335" y="3191256"/>
            <a:ext cx="240126" cy="23774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9CB012-5BBD-13B8-5495-BCE8810A8486}"/>
              </a:ext>
            </a:extLst>
          </p:cNvPr>
          <p:cNvSpPr>
            <a:spLocks noChangeAspect="1"/>
          </p:cNvSpPr>
          <p:nvPr/>
        </p:nvSpPr>
        <p:spPr>
          <a:xfrm flipV="1">
            <a:off x="4215976" y="3189373"/>
            <a:ext cx="240126" cy="23774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EDBE6-4303-CEB7-CCCC-A39C40D2BBB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919369" y="1612930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EDBE6-4303-CEB7-CCCC-A39C40D2B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369" y="1612930"/>
                <a:ext cx="269148" cy="369332"/>
              </a:xfrm>
              <a:prstGeom prst="rect">
                <a:avLst/>
              </a:prstGeom>
              <a:blipFill>
                <a:blip r:embed="rId2"/>
                <a:stretch>
                  <a:fillRect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52AB05-62BC-4110-C881-42F728E0EFF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192551" y="1612930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52AB05-62BC-4110-C881-42F728E0E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551" y="1612930"/>
                <a:ext cx="269148" cy="369332"/>
              </a:xfrm>
              <a:prstGeom prst="rect">
                <a:avLst/>
              </a:prstGeom>
              <a:blipFill>
                <a:blip r:embed="rId3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8C3741F-AFB8-3E23-5BC6-754CCCD7E341}"/>
              </a:ext>
            </a:extLst>
          </p:cNvPr>
          <p:cNvSpPr>
            <a:spLocks noChangeAspect="1"/>
          </p:cNvSpPr>
          <p:nvPr/>
        </p:nvSpPr>
        <p:spPr>
          <a:xfrm flipV="1">
            <a:off x="5448595" y="1939308"/>
            <a:ext cx="240126" cy="23774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C3EBE4-C720-D76A-03AA-87F37B3C3256}"/>
              </a:ext>
            </a:extLst>
          </p:cNvPr>
          <p:cNvSpPr>
            <a:spLocks noChangeAspect="1"/>
          </p:cNvSpPr>
          <p:nvPr/>
        </p:nvSpPr>
        <p:spPr>
          <a:xfrm flipV="1">
            <a:off x="5448595" y="3189373"/>
            <a:ext cx="240126" cy="23774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E1B7EF-60E3-4C1D-2E95-E1843B701EA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419573" y="1612930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E1B7EF-60E3-4C1D-2E95-E1843B701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573" y="1612930"/>
                <a:ext cx="269148" cy="369332"/>
              </a:xfrm>
              <a:prstGeom prst="rect">
                <a:avLst/>
              </a:prstGeom>
              <a:blipFill>
                <a:blip r:embed="rId5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076F0EE5-4AEF-C263-1FB9-CD93CD42AD18}"/>
              </a:ext>
            </a:extLst>
          </p:cNvPr>
          <p:cNvSpPr>
            <a:spLocks noChangeAspect="1"/>
          </p:cNvSpPr>
          <p:nvPr/>
        </p:nvSpPr>
        <p:spPr>
          <a:xfrm flipV="1">
            <a:off x="4199181" y="2543964"/>
            <a:ext cx="274320" cy="274320"/>
          </a:xfrm>
          <a:prstGeom prst="ellipse">
            <a:avLst/>
          </a:prstGeom>
          <a:solidFill>
            <a:schemeClr val="tx1">
              <a:alpha val="0"/>
            </a:schemeClr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0CC625-A1CC-2B7A-0B1C-E2BCB6C82E5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919369" y="3424697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0CC625-A1CC-2B7A-0B1C-E2BCB6C82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369" y="3424697"/>
                <a:ext cx="269148" cy="369332"/>
              </a:xfrm>
              <a:prstGeom prst="rect">
                <a:avLst/>
              </a:prstGeom>
              <a:blipFill>
                <a:blip r:embed="rId6"/>
                <a:stretch>
                  <a:fillRect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172D62-57D7-9D3A-6199-65E853A3BBF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192551" y="3424697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172D62-57D7-9D3A-6199-65E853A3B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551" y="3424697"/>
                <a:ext cx="269148" cy="369332"/>
              </a:xfrm>
              <a:prstGeom prst="rect">
                <a:avLst/>
              </a:prstGeom>
              <a:blipFill>
                <a:blip r:embed="rId7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377603-8B7A-D235-1563-20D6D634AC0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419573" y="3424697"/>
                <a:ext cx="269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377603-8B7A-D235-1563-20D6D634A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573" y="3424697"/>
                <a:ext cx="269148" cy="369332"/>
              </a:xfrm>
              <a:prstGeom prst="rect">
                <a:avLst/>
              </a:prstGeom>
              <a:blipFill>
                <a:blip r:embed="rId8"/>
                <a:stretch>
                  <a:fillRect r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196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4920C-3ADF-2FAF-0AF6-BE9D59EE6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36" y="751157"/>
            <a:ext cx="9235998" cy="5190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713022-A4C9-C01F-0B26-B66ECBB5FB7D}"/>
                  </a:ext>
                </a:extLst>
              </p:cNvPr>
              <p:cNvSpPr/>
              <p:nvPr/>
            </p:nvSpPr>
            <p:spPr>
              <a:xfrm>
                <a:off x="5932450" y="3033131"/>
                <a:ext cx="598446" cy="568713"/>
              </a:xfrm>
              <a:prstGeom prst="rect">
                <a:avLst/>
              </a:prstGeom>
              <a:solidFill>
                <a:srgbClr val="D183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</m:t>
                      </m:r>
                    </m:oMath>
                  </m:oMathPara>
                </a14:m>
                <a:endParaRPr lang="en-US" sz="6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713022-A4C9-C01F-0B26-B66ECBB5F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50" y="3033131"/>
                <a:ext cx="598446" cy="568713"/>
              </a:xfrm>
              <a:prstGeom prst="rect">
                <a:avLst/>
              </a:prstGeom>
              <a:blipFill>
                <a:blip r:embed="rId3"/>
                <a:stretch>
                  <a:fillRect l="-8333" r="-10417" b="-3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644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CA68067-F6ED-C472-23F3-60F1BEAB5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893" y="1349568"/>
            <a:ext cx="4750150" cy="4750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609BC-DB87-7683-C06A-54E63EF9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0" r="5364"/>
          <a:stretch>
            <a:fillRect/>
          </a:stretch>
        </p:blipFill>
        <p:spPr>
          <a:xfrm>
            <a:off x="4847759" y="1003879"/>
            <a:ext cx="7049083" cy="485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0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25824</TotalTime>
  <Words>47</Words>
  <Application>Microsoft Macintosh PowerPoint</Application>
  <PresentationFormat>Widescreen</PresentationFormat>
  <Paragraphs>34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 10</vt:lpstr>
      <vt:lpstr>PowerPoint Presentation</vt:lpstr>
      <vt:lpstr>PowerPoint Presentation</vt:lpstr>
      <vt:lpstr>PowerPoint Presentation</vt:lpstr>
      <vt:lpstr>Fig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 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Arianna Meinking</dc:creator>
  <cp:lastModifiedBy>Arianna Meinking</cp:lastModifiedBy>
  <cp:revision>32</cp:revision>
  <cp:lastPrinted>2026-04-24T18:50:08Z</cp:lastPrinted>
  <dcterms:created xsi:type="dcterms:W3CDTF">2026-03-18T19:42:28Z</dcterms:created>
  <dcterms:modified xsi:type="dcterms:W3CDTF">2026-06-03T16:58:49Z</dcterms:modified>
</cp:coreProperties>
</file>